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57" r:id="rId3"/>
    <p:sldId id="260" r:id="rId4"/>
    <p:sldId id="258" r:id="rId5"/>
    <p:sldId id="259" r:id="rId6"/>
    <p:sldId id="261" r:id="rId7"/>
    <p:sldId id="262" r:id="rId8"/>
    <p:sldId id="263" r:id="rId9"/>
    <p:sldId id="264" r:id="rId10"/>
    <p:sldId id="265" r:id="rId11"/>
    <p:sldId id="266" r:id="rId12"/>
  </p:sldIdLst>
  <p:sldSz cx="12192000" cy="6858000"/>
  <p:notesSz cx="6858000" cy="9144000"/>
  <p:defaultTex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A6FF282-5709-4748-8733-D441AF16AC75}" v="3" dt="2026-09-26T15:08:21.48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9" d="100"/>
          <a:sy n="79" d="100"/>
        </p:scale>
        <p:origin x="85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dam Szczepkowicz" userId="aec5ad54cd3ab19c" providerId="LiveId" clId="{55F6C0F6-D394-4BC7-A9B4-29CECF9A63BA}"/>
    <pc:docChg chg="undo custSel addSld modSld">
      <pc:chgData name="Adam Szczepkowicz" userId="aec5ad54cd3ab19c" providerId="LiveId" clId="{55F6C0F6-D394-4BC7-A9B4-29CECF9A63BA}" dt="2026-09-26T15:38:59.658" v="5826" actId="20577"/>
      <pc:docMkLst>
        <pc:docMk/>
      </pc:docMkLst>
      <pc:sldChg chg="delSp mod">
        <pc:chgData name="Adam Szczepkowicz" userId="aec5ad54cd3ab19c" providerId="LiveId" clId="{55F6C0F6-D394-4BC7-A9B4-29CECF9A63BA}" dt="2026-09-26T14:56:08.397" v="1531" actId="478"/>
        <pc:sldMkLst>
          <pc:docMk/>
          <pc:sldMk cId="3403873816" sldId="256"/>
        </pc:sldMkLst>
        <pc:spChg chg="del">
          <ac:chgData name="Adam Szczepkowicz" userId="aec5ad54cd3ab19c" providerId="LiveId" clId="{55F6C0F6-D394-4BC7-A9B4-29CECF9A63BA}" dt="2026-09-26T14:56:08.397" v="1531" actId="478"/>
          <ac:spMkLst>
            <pc:docMk/>
            <pc:sldMk cId="3403873816" sldId="256"/>
            <ac:spMk id="3" creationId="{57EA0268-EC4E-2741-94B7-529C6AC78665}"/>
          </ac:spMkLst>
        </pc:spChg>
      </pc:sldChg>
      <pc:sldChg chg="addSp delSp modSp mod">
        <pc:chgData name="Adam Szczepkowicz" userId="aec5ad54cd3ab19c" providerId="LiveId" clId="{55F6C0F6-D394-4BC7-A9B4-29CECF9A63BA}" dt="2026-09-26T14:55:49.414" v="1528" actId="403"/>
        <pc:sldMkLst>
          <pc:docMk/>
          <pc:sldMk cId="1878738468" sldId="257"/>
        </pc:sldMkLst>
        <pc:spChg chg="mod">
          <ac:chgData name="Adam Szczepkowicz" userId="aec5ad54cd3ab19c" providerId="LiveId" clId="{55F6C0F6-D394-4BC7-A9B4-29CECF9A63BA}" dt="2026-09-26T14:55:49.414" v="1528" actId="403"/>
          <ac:spMkLst>
            <pc:docMk/>
            <pc:sldMk cId="1878738468" sldId="257"/>
            <ac:spMk id="2" creationId="{B4755A74-EB56-C3E7-F5DE-1FAFA2CDE3DB}"/>
          </ac:spMkLst>
        </pc:spChg>
        <pc:spChg chg="mod">
          <ac:chgData name="Adam Szczepkowicz" userId="aec5ad54cd3ab19c" providerId="LiveId" clId="{55F6C0F6-D394-4BC7-A9B4-29CECF9A63BA}" dt="2026-09-26T14:51:38.654" v="634" actId="27636"/>
          <ac:spMkLst>
            <pc:docMk/>
            <pc:sldMk cId="1878738468" sldId="257"/>
            <ac:spMk id="3" creationId="{01F211D1-BA42-25BE-DE7E-58A625F24F44}"/>
          </ac:spMkLst>
        </pc:spChg>
        <pc:picChg chg="add del mod">
          <ac:chgData name="Adam Szczepkowicz" userId="aec5ad54cd3ab19c" providerId="LiveId" clId="{55F6C0F6-D394-4BC7-A9B4-29CECF9A63BA}" dt="2026-09-26T14:50:21.933" v="563" actId="21"/>
          <ac:picMkLst>
            <pc:docMk/>
            <pc:sldMk cId="1878738468" sldId="257"/>
            <ac:picMk id="4" creationId="{5A831C48-4F41-D406-CD17-D5A966B6D98C}"/>
          </ac:picMkLst>
        </pc:picChg>
      </pc:sldChg>
      <pc:sldChg chg="addSp delSp modSp new mod setBg">
        <pc:chgData name="Adam Szczepkowicz" userId="aec5ad54cd3ab19c" providerId="LiveId" clId="{55F6C0F6-D394-4BC7-A9B4-29CECF9A63BA}" dt="2026-09-26T15:16:21.372" v="2992" actId="20577"/>
        <pc:sldMkLst>
          <pc:docMk/>
          <pc:sldMk cId="946056710" sldId="258"/>
        </pc:sldMkLst>
        <pc:spChg chg="mod">
          <ac:chgData name="Adam Szczepkowicz" userId="aec5ad54cd3ab19c" providerId="LiveId" clId="{55F6C0F6-D394-4BC7-A9B4-29CECF9A63BA}" dt="2026-09-26T15:15:35.528" v="2973" actId="1076"/>
          <ac:spMkLst>
            <pc:docMk/>
            <pc:sldMk cId="946056710" sldId="258"/>
            <ac:spMk id="2" creationId="{01C86EA5-3C21-011F-B2C8-CA9303019CBF}"/>
          </ac:spMkLst>
        </pc:spChg>
        <pc:spChg chg="mod">
          <ac:chgData name="Adam Szczepkowicz" userId="aec5ad54cd3ab19c" providerId="LiveId" clId="{55F6C0F6-D394-4BC7-A9B4-29CECF9A63BA}" dt="2026-09-26T15:16:21.372" v="2992" actId="20577"/>
          <ac:spMkLst>
            <pc:docMk/>
            <pc:sldMk cId="946056710" sldId="258"/>
            <ac:spMk id="3" creationId="{875C97A8-48CD-07A2-A6A0-F52E4FD0AB1F}"/>
          </ac:spMkLst>
        </pc:spChg>
        <pc:spChg chg="add mod">
          <ac:chgData name="Adam Szczepkowicz" userId="aec5ad54cd3ab19c" providerId="LiveId" clId="{55F6C0F6-D394-4BC7-A9B4-29CECF9A63BA}" dt="2026-09-26T15:00:50.090" v="1798" actId="14100"/>
          <ac:spMkLst>
            <pc:docMk/>
            <pc:sldMk cId="946056710" sldId="258"/>
            <ac:spMk id="5" creationId="{743824C6-4373-A370-1652-335377B5E8E7}"/>
          </ac:spMkLst>
        </pc:spChg>
        <pc:spChg chg="add del">
          <ac:chgData name="Adam Szczepkowicz" userId="aec5ad54cd3ab19c" providerId="LiveId" clId="{55F6C0F6-D394-4BC7-A9B4-29CECF9A63BA}" dt="2026-09-26T14:59:06.515" v="1741" actId="26606"/>
          <ac:spMkLst>
            <pc:docMk/>
            <pc:sldMk cId="946056710" sldId="258"/>
            <ac:spMk id="9" creationId="{C0763A76-9F1C-4FC5-82B7-DD475DA461B2}"/>
          </ac:spMkLst>
        </pc:spChg>
        <pc:spChg chg="add del">
          <ac:chgData name="Adam Szczepkowicz" userId="aec5ad54cd3ab19c" providerId="LiveId" clId="{55F6C0F6-D394-4BC7-A9B4-29CECF9A63BA}" dt="2026-09-26T14:59:06.515" v="1741" actId="26606"/>
          <ac:spMkLst>
            <pc:docMk/>
            <pc:sldMk cId="946056710" sldId="258"/>
            <ac:spMk id="11" creationId="{E81BF4F6-F2CF-4984-9D14-D6966D92F99F}"/>
          </ac:spMkLst>
        </pc:spChg>
        <pc:spChg chg="add">
          <ac:chgData name="Adam Szczepkowicz" userId="aec5ad54cd3ab19c" providerId="LiveId" clId="{55F6C0F6-D394-4BC7-A9B4-29CECF9A63BA}" dt="2026-09-26T14:59:06.523" v="1742" actId="26606"/>
          <ac:spMkLst>
            <pc:docMk/>
            <pc:sldMk cId="946056710" sldId="258"/>
            <ac:spMk id="13" creationId="{9F7D5CDA-D291-4307-BF55-1381FED29634}"/>
          </ac:spMkLst>
        </pc:spChg>
        <pc:picChg chg="add mod modCrop">
          <ac:chgData name="Adam Szczepkowicz" userId="aec5ad54cd3ab19c" providerId="LiveId" clId="{55F6C0F6-D394-4BC7-A9B4-29CECF9A63BA}" dt="2026-09-26T15:00:00.105" v="1762" actId="1076"/>
          <ac:picMkLst>
            <pc:docMk/>
            <pc:sldMk cId="946056710" sldId="258"/>
            <ac:picMk id="4" creationId="{2AD09134-E329-DD43-D713-706F0D0B2887}"/>
          </ac:picMkLst>
        </pc:picChg>
      </pc:sldChg>
      <pc:sldChg chg="addSp delSp modSp new mod">
        <pc:chgData name="Adam Szczepkowicz" userId="aec5ad54cd3ab19c" providerId="LiveId" clId="{55F6C0F6-D394-4BC7-A9B4-29CECF9A63BA}" dt="2026-09-26T15:08:55.804" v="2410" actId="20577"/>
        <pc:sldMkLst>
          <pc:docMk/>
          <pc:sldMk cId="4175286647" sldId="259"/>
        </pc:sldMkLst>
        <pc:spChg chg="mod">
          <ac:chgData name="Adam Szczepkowicz" userId="aec5ad54cd3ab19c" providerId="LiveId" clId="{55F6C0F6-D394-4BC7-A9B4-29CECF9A63BA}" dt="2026-09-26T14:55:59.049" v="1530" actId="403"/>
          <ac:spMkLst>
            <pc:docMk/>
            <pc:sldMk cId="4175286647" sldId="259"/>
            <ac:spMk id="2" creationId="{42467647-0759-10D1-424B-B1420C568876}"/>
          </ac:spMkLst>
        </pc:spChg>
        <pc:spChg chg="mod">
          <ac:chgData name="Adam Szczepkowicz" userId="aec5ad54cd3ab19c" providerId="LiveId" clId="{55F6C0F6-D394-4BC7-A9B4-29CECF9A63BA}" dt="2026-09-26T15:06:15.357" v="2273" actId="20577"/>
          <ac:spMkLst>
            <pc:docMk/>
            <pc:sldMk cId="4175286647" sldId="259"/>
            <ac:spMk id="3" creationId="{D5E18F94-F5E0-C2C5-4084-FD3C1774D2C7}"/>
          </ac:spMkLst>
        </pc:spChg>
        <pc:spChg chg="add mod">
          <ac:chgData name="Adam Szczepkowicz" userId="aec5ad54cd3ab19c" providerId="LiveId" clId="{55F6C0F6-D394-4BC7-A9B4-29CECF9A63BA}" dt="2026-09-26T15:08:12.775" v="2288" actId="1076"/>
          <ac:spMkLst>
            <pc:docMk/>
            <pc:sldMk cId="4175286647" sldId="259"/>
            <ac:spMk id="6" creationId="{A5DC8465-FF28-7ED0-199B-59FB80AC5B82}"/>
          </ac:spMkLst>
        </pc:spChg>
        <pc:spChg chg="add mod">
          <ac:chgData name="Adam Szczepkowicz" userId="aec5ad54cd3ab19c" providerId="LiveId" clId="{55F6C0F6-D394-4BC7-A9B4-29CECF9A63BA}" dt="2026-09-26T15:08:55.804" v="2410" actId="20577"/>
          <ac:spMkLst>
            <pc:docMk/>
            <pc:sldMk cId="4175286647" sldId="259"/>
            <ac:spMk id="7" creationId="{42F03479-530C-68F8-3B55-83CD287AEAD1}"/>
          </ac:spMkLst>
        </pc:spChg>
        <pc:picChg chg="add del">
          <ac:chgData name="Adam Szczepkowicz" userId="aec5ad54cd3ab19c" providerId="LiveId" clId="{55F6C0F6-D394-4BC7-A9B4-29CECF9A63BA}" dt="2026-09-26T15:06:50.483" v="2276" actId="478"/>
          <ac:picMkLst>
            <pc:docMk/>
            <pc:sldMk cId="4175286647" sldId="259"/>
            <ac:picMk id="4" creationId="{873DFBCF-E134-EF98-EC35-F4E32794126E}"/>
          </ac:picMkLst>
        </pc:picChg>
        <pc:picChg chg="add mod modCrop">
          <ac:chgData name="Adam Szczepkowicz" userId="aec5ad54cd3ab19c" providerId="LiveId" clId="{55F6C0F6-D394-4BC7-A9B4-29CECF9A63BA}" dt="2026-09-26T15:07:21.551" v="2283" actId="14100"/>
          <ac:picMkLst>
            <pc:docMk/>
            <pc:sldMk cId="4175286647" sldId="259"/>
            <ac:picMk id="5" creationId="{3E6427FD-4CD9-1378-B359-030E0CF59697}"/>
          </ac:picMkLst>
        </pc:picChg>
      </pc:sldChg>
      <pc:sldChg chg="addSp modSp new mod setBg">
        <pc:chgData name="Adam Szczepkowicz" userId="aec5ad54cd3ab19c" providerId="LiveId" clId="{55F6C0F6-D394-4BC7-A9B4-29CECF9A63BA}" dt="2026-09-26T15:02:11.225" v="1819" actId="14100"/>
        <pc:sldMkLst>
          <pc:docMk/>
          <pc:sldMk cId="1204286880" sldId="260"/>
        </pc:sldMkLst>
        <pc:spChg chg="mod">
          <ac:chgData name="Adam Szczepkowicz" userId="aec5ad54cd3ab19c" providerId="LiveId" clId="{55F6C0F6-D394-4BC7-A9B4-29CECF9A63BA}" dt="2026-09-26T15:02:03.717" v="1817" actId="14100"/>
          <ac:spMkLst>
            <pc:docMk/>
            <pc:sldMk cId="1204286880" sldId="260"/>
            <ac:spMk id="2" creationId="{151DC012-7D2A-C16E-79E9-66D783F58D75}"/>
          </ac:spMkLst>
        </pc:spChg>
        <pc:spChg chg="mod">
          <ac:chgData name="Adam Szczepkowicz" userId="aec5ad54cd3ab19c" providerId="LiveId" clId="{55F6C0F6-D394-4BC7-A9B4-29CECF9A63BA}" dt="2026-09-26T15:02:11.225" v="1819" actId="14100"/>
          <ac:spMkLst>
            <pc:docMk/>
            <pc:sldMk cId="1204286880" sldId="260"/>
            <ac:spMk id="3" creationId="{4084EF04-F4FD-2DAA-6FEB-152C07049A4F}"/>
          </ac:spMkLst>
        </pc:spChg>
        <pc:spChg chg="add">
          <ac:chgData name="Adam Szczepkowicz" userId="aec5ad54cd3ab19c" providerId="LiveId" clId="{55F6C0F6-D394-4BC7-A9B4-29CECF9A63BA}" dt="2026-09-26T14:57:51.090" v="1720" actId="26606"/>
          <ac:spMkLst>
            <pc:docMk/>
            <pc:sldMk cId="1204286880" sldId="260"/>
            <ac:spMk id="9" creationId="{9F7D5CDA-D291-4307-BF55-1381FED29634}"/>
          </ac:spMkLst>
        </pc:spChg>
        <pc:picChg chg="add mod modCrop">
          <ac:chgData name="Adam Szczepkowicz" userId="aec5ad54cd3ab19c" providerId="LiveId" clId="{55F6C0F6-D394-4BC7-A9B4-29CECF9A63BA}" dt="2026-09-26T15:02:08.621" v="1818" actId="1076"/>
          <ac:picMkLst>
            <pc:docMk/>
            <pc:sldMk cId="1204286880" sldId="260"/>
            <ac:picMk id="4" creationId="{E5F1368A-354E-4A64-D1F0-07300949F557}"/>
          </ac:picMkLst>
        </pc:picChg>
      </pc:sldChg>
      <pc:sldChg chg="addSp modSp new mod setBg">
        <pc:chgData name="Adam Szczepkowicz" userId="aec5ad54cd3ab19c" providerId="LiveId" clId="{55F6C0F6-D394-4BC7-A9B4-29CECF9A63BA}" dt="2026-09-26T15:37:09.841" v="5436" actId="20577"/>
        <pc:sldMkLst>
          <pc:docMk/>
          <pc:sldMk cId="826400644" sldId="261"/>
        </pc:sldMkLst>
        <pc:spChg chg="mod">
          <ac:chgData name="Adam Szczepkowicz" userId="aec5ad54cd3ab19c" providerId="LiveId" clId="{55F6C0F6-D394-4BC7-A9B4-29CECF9A63BA}" dt="2026-09-26T15:10:50.898" v="2745" actId="26606"/>
          <ac:spMkLst>
            <pc:docMk/>
            <pc:sldMk cId="826400644" sldId="261"/>
            <ac:spMk id="2" creationId="{B54130FA-8C49-4F5A-98A5-018040ED10A3}"/>
          </ac:spMkLst>
        </pc:spChg>
        <pc:spChg chg="mod">
          <ac:chgData name="Adam Szczepkowicz" userId="aec5ad54cd3ab19c" providerId="LiveId" clId="{55F6C0F6-D394-4BC7-A9B4-29CECF9A63BA}" dt="2026-09-26T15:37:09.841" v="5436" actId="20577"/>
          <ac:spMkLst>
            <pc:docMk/>
            <pc:sldMk cId="826400644" sldId="261"/>
            <ac:spMk id="3" creationId="{1F3716CE-F82B-46E8-47DC-D81B511EB21E}"/>
          </ac:spMkLst>
        </pc:spChg>
        <pc:spChg chg="add mod">
          <ac:chgData name="Adam Szczepkowicz" userId="aec5ad54cd3ab19c" providerId="LiveId" clId="{55F6C0F6-D394-4BC7-A9B4-29CECF9A63BA}" dt="2026-09-26T15:37:07.922" v="5435" actId="1076"/>
          <ac:spMkLst>
            <pc:docMk/>
            <pc:sldMk cId="826400644" sldId="261"/>
            <ac:spMk id="5" creationId="{5BE5E603-F3CA-3A59-5F0B-F342EC51AC8B}"/>
          </ac:spMkLst>
        </pc:spChg>
        <pc:spChg chg="add">
          <ac:chgData name="Adam Szczepkowicz" userId="aec5ad54cd3ab19c" providerId="LiveId" clId="{55F6C0F6-D394-4BC7-A9B4-29CECF9A63BA}" dt="2026-09-26T15:10:50.898" v="2745" actId="26606"/>
          <ac:spMkLst>
            <pc:docMk/>
            <pc:sldMk cId="826400644" sldId="261"/>
            <ac:spMk id="9" creationId="{F13C74B1-5B17-4795-BED0-7140497B445A}"/>
          </ac:spMkLst>
        </pc:spChg>
        <pc:spChg chg="add">
          <ac:chgData name="Adam Szczepkowicz" userId="aec5ad54cd3ab19c" providerId="LiveId" clId="{55F6C0F6-D394-4BC7-A9B4-29CECF9A63BA}" dt="2026-09-26T15:10:50.898" v="2745" actId="26606"/>
          <ac:spMkLst>
            <pc:docMk/>
            <pc:sldMk cId="826400644" sldId="261"/>
            <ac:spMk id="11" creationId="{D4974D33-8DC5-464E-8C6D-BE58F0669C17}"/>
          </ac:spMkLst>
        </pc:spChg>
        <pc:picChg chg="add mod">
          <ac:chgData name="Adam Szczepkowicz" userId="aec5ad54cd3ab19c" providerId="LiveId" clId="{55F6C0F6-D394-4BC7-A9B4-29CECF9A63BA}" dt="2026-09-26T15:10:50.898" v="2745" actId="26606"/>
          <ac:picMkLst>
            <pc:docMk/>
            <pc:sldMk cId="826400644" sldId="261"/>
            <ac:picMk id="4" creationId="{560C8BD6-D252-7F8F-03F6-CB2BDBEDF452}"/>
          </ac:picMkLst>
        </pc:picChg>
      </pc:sldChg>
      <pc:sldChg chg="addSp modSp new mod setBg">
        <pc:chgData name="Adam Szczepkowicz" userId="aec5ad54cd3ab19c" providerId="LiveId" clId="{55F6C0F6-D394-4BC7-A9B4-29CECF9A63BA}" dt="2026-09-26T15:20:08.176" v="3232" actId="14100"/>
        <pc:sldMkLst>
          <pc:docMk/>
          <pc:sldMk cId="1140358089" sldId="262"/>
        </pc:sldMkLst>
        <pc:spChg chg="mod">
          <ac:chgData name="Adam Szczepkowicz" userId="aec5ad54cd3ab19c" providerId="LiveId" clId="{55F6C0F6-D394-4BC7-A9B4-29CECF9A63BA}" dt="2026-09-26T15:19:39.691" v="3223" actId="26606"/>
          <ac:spMkLst>
            <pc:docMk/>
            <pc:sldMk cId="1140358089" sldId="262"/>
            <ac:spMk id="2" creationId="{58AC021A-CA6C-A40A-3D92-60881A1E5CBC}"/>
          </ac:spMkLst>
        </pc:spChg>
        <pc:spChg chg="mod">
          <ac:chgData name="Adam Szczepkowicz" userId="aec5ad54cd3ab19c" providerId="LiveId" clId="{55F6C0F6-D394-4BC7-A9B4-29CECF9A63BA}" dt="2026-09-26T15:20:08.176" v="3232" actId="14100"/>
          <ac:spMkLst>
            <pc:docMk/>
            <pc:sldMk cId="1140358089" sldId="262"/>
            <ac:spMk id="3" creationId="{C4FF4BCD-F605-F77E-05CA-AF3D760E2A15}"/>
          </ac:spMkLst>
        </pc:spChg>
        <pc:spChg chg="add">
          <ac:chgData name="Adam Szczepkowicz" userId="aec5ad54cd3ab19c" providerId="LiveId" clId="{55F6C0F6-D394-4BC7-A9B4-29CECF9A63BA}" dt="2026-09-26T15:19:39.691" v="3223" actId="26606"/>
          <ac:spMkLst>
            <pc:docMk/>
            <pc:sldMk cId="1140358089" sldId="262"/>
            <ac:spMk id="9" creationId="{F13C74B1-5B17-4795-BED0-7140497B445A}"/>
          </ac:spMkLst>
        </pc:spChg>
        <pc:spChg chg="add">
          <ac:chgData name="Adam Szczepkowicz" userId="aec5ad54cd3ab19c" providerId="LiveId" clId="{55F6C0F6-D394-4BC7-A9B4-29CECF9A63BA}" dt="2026-09-26T15:19:39.691" v="3223" actId="26606"/>
          <ac:spMkLst>
            <pc:docMk/>
            <pc:sldMk cId="1140358089" sldId="262"/>
            <ac:spMk id="11" creationId="{D4974D33-8DC5-464E-8C6D-BE58F0669C17}"/>
          </ac:spMkLst>
        </pc:spChg>
        <pc:picChg chg="add mod">
          <ac:chgData name="Adam Szczepkowicz" userId="aec5ad54cd3ab19c" providerId="LiveId" clId="{55F6C0F6-D394-4BC7-A9B4-29CECF9A63BA}" dt="2026-09-26T15:19:39.691" v="3223" actId="26606"/>
          <ac:picMkLst>
            <pc:docMk/>
            <pc:sldMk cId="1140358089" sldId="262"/>
            <ac:picMk id="4" creationId="{4A192A2C-8E23-3182-DDB6-C8452EBF6690}"/>
          </ac:picMkLst>
        </pc:picChg>
      </pc:sldChg>
      <pc:sldChg chg="addSp modSp new mod">
        <pc:chgData name="Adam Szczepkowicz" userId="aec5ad54cd3ab19c" providerId="LiveId" clId="{55F6C0F6-D394-4BC7-A9B4-29CECF9A63BA}" dt="2026-09-26T15:26:27.857" v="3781" actId="14100"/>
        <pc:sldMkLst>
          <pc:docMk/>
          <pc:sldMk cId="4102530408" sldId="263"/>
        </pc:sldMkLst>
        <pc:spChg chg="mod">
          <ac:chgData name="Adam Szczepkowicz" userId="aec5ad54cd3ab19c" providerId="LiveId" clId="{55F6C0F6-D394-4BC7-A9B4-29CECF9A63BA}" dt="2026-09-26T15:20:30.642" v="3252" actId="20577"/>
          <ac:spMkLst>
            <pc:docMk/>
            <pc:sldMk cId="4102530408" sldId="263"/>
            <ac:spMk id="2" creationId="{BA5BE8F2-B978-2CE8-5AE5-B39B2036C6F5}"/>
          </ac:spMkLst>
        </pc:spChg>
        <pc:spChg chg="mod">
          <ac:chgData name="Adam Szczepkowicz" userId="aec5ad54cd3ab19c" providerId="LiveId" clId="{55F6C0F6-D394-4BC7-A9B4-29CECF9A63BA}" dt="2026-09-26T15:26:27.857" v="3781" actId="14100"/>
          <ac:spMkLst>
            <pc:docMk/>
            <pc:sldMk cId="4102530408" sldId="263"/>
            <ac:spMk id="3" creationId="{62A8FD92-19B4-E5C0-B795-AABEE57456E5}"/>
          </ac:spMkLst>
        </pc:spChg>
        <pc:picChg chg="add mod modCrop">
          <ac:chgData name="Adam Szczepkowicz" userId="aec5ad54cd3ab19c" providerId="LiveId" clId="{55F6C0F6-D394-4BC7-A9B4-29CECF9A63BA}" dt="2026-09-26T15:26:14.271" v="3778" actId="1076"/>
          <ac:picMkLst>
            <pc:docMk/>
            <pc:sldMk cId="4102530408" sldId="263"/>
            <ac:picMk id="4" creationId="{B2BB37BD-68B5-55CA-AA3D-46CF5912F778}"/>
          </ac:picMkLst>
        </pc:picChg>
      </pc:sldChg>
      <pc:sldChg chg="modSp new mod">
        <pc:chgData name="Adam Szczepkowicz" userId="aec5ad54cd3ab19c" providerId="LiveId" clId="{55F6C0F6-D394-4BC7-A9B4-29CECF9A63BA}" dt="2026-09-26T15:31:39.132" v="4774" actId="20577"/>
        <pc:sldMkLst>
          <pc:docMk/>
          <pc:sldMk cId="2992947692" sldId="264"/>
        </pc:sldMkLst>
        <pc:spChg chg="mod">
          <ac:chgData name="Adam Szczepkowicz" userId="aec5ad54cd3ab19c" providerId="LiveId" clId="{55F6C0F6-D394-4BC7-A9B4-29CECF9A63BA}" dt="2026-09-26T15:31:39.132" v="4774" actId="20577"/>
          <ac:spMkLst>
            <pc:docMk/>
            <pc:sldMk cId="2992947692" sldId="264"/>
            <ac:spMk id="2" creationId="{3E7B05CB-4C75-1F5C-1F51-07EADC078FA7}"/>
          </ac:spMkLst>
        </pc:spChg>
        <pc:spChg chg="mod">
          <ac:chgData name="Adam Szczepkowicz" userId="aec5ad54cd3ab19c" providerId="LiveId" clId="{55F6C0F6-D394-4BC7-A9B4-29CECF9A63BA}" dt="2026-09-26T15:31:13.490" v="4741" actId="20577"/>
          <ac:spMkLst>
            <pc:docMk/>
            <pc:sldMk cId="2992947692" sldId="264"/>
            <ac:spMk id="3" creationId="{7A357576-9951-7894-CEE9-06E397AFFB66}"/>
          </ac:spMkLst>
        </pc:spChg>
      </pc:sldChg>
      <pc:sldChg chg="addSp modSp new mod">
        <pc:chgData name="Adam Szczepkowicz" userId="aec5ad54cd3ab19c" providerId="LiveId" clId="{55F6C0F6-D394-4BC7-A9B4-29CECF9A63BA}" dt="2026-09-26T15:35:24.595" v="5240" actId="27636"/>
        <pc:sldMkLst>
          <pc:docMk/>
          <pc:sldMk cId="2695637447" sldId="265"/>
        </pc:sldMkLst>
        <pc:spChg chg="mod">
          <ac:chgData name="Adam Szczepkowicz" userId="aec5ad54cd3ab19c" providerId="LiveId" clId="{55F6C0F6-D394-4BC7-A9B4-29CECF9A63BA}" dt="2026-09-26T15:31:48.896" v="4804" actId="20577"/>
          <ac:spMkLst>
            <pc:docMk/>
            <pc:sldMk cId="2695637447" sldId="265"/>
            <ac:spMk id="2" creationId="{9CA84421-0B75-BEC4-5FE4-9DE9B7C95454}"/>
          </ac:spMkLst>
        </pc:spChg>
        <pc:spChg chg="mod">
          <ac:chgData name="Adam Szczepkowicz" userId="aec5ad54cd3ab19c" providerId="LiveId" clId="{55F6C0F6-D394-4BC7-A9B4-29CECF9A63BA}" dt="2026-09-26T15:35:24.595" v="5240" actId="27636"/>
          <ac:spMkLst>
            <pc:docMk/>
            <pc:sldMk cId="2695637447" sldId="265"/>
            <ac:spMk id="3" creationId="{8C76F31B-D43A-05A2-7C49-969FB55EF7C7}"/>
          </ac:spMkLst>
        </pc:spChg>
        <pc:picChg chg="add mod modCrop">
          <ac:chgData name="Adam Szczepkowicz" userId="aec5ad54cd3ab19c" providerId="LiveId" clId="{55F6C0F6-D394-4BC7-A9B4-29CECF9A63BA}" dt="2026-09-26T15:35:11.882" v="5234" actId="1076"/>
          <ac:picMkLst>
            <pc:docMk/>
            <pc:sldMk cId="2695637447" sldId="265"/>
            <ac:picMk id="4" creationId="{EA7EE20D-AA09-EDC9-3E65-D5AEC444D0BE}"/>
          </ac:picMkLst>
        </pc:picChg>
      </pc:sldChg>
      <pc:sldChg chg="modSp new mod">
        <pc:chgData name="Adam Szczepkowicz" userId="aec5ad54cd3ab19c" providerId="LiveId" clId="{55F6C0F6-D394-4BC7-A9B4-29CECF9A63BA}" dt="2026-09-26T15:38:59.658" v="5826" actId="20577"/>
        <pc:sldMkLst>
          <pc:docMk/>
          <pc:sldMk cId="3022346743" sldId="266"/>
        </pc:sldMkLst>
        <pc:spChg chg="mod">
          <ac:chgData name="Adam Szczepkowicz" userId="aec5ad54cd3ab19c" providerId="LiveId" clId="{55F6C0F6-D394-4BC7-A9B4-29CECF9A63BA}" dt="2026-09-26T15:35:56.214" v="5257" actId="20577"/>
          <ac:spMkLst>
            <pc:docMk/>
            <pc:sldMk cId="3022346743" sldId="266"/>
            <ac:spMk id="2" creationId="{DEC4E586-BCFB-F05E-4653-1AC47E1D260D}"/>
          </ac:spMkLst>
        </pc:spChg>
        <pc:spChg chg="mod">
          <ac:chgData name="Adam Szczepkowicz" userId="aec5ad54cd3ab19c" providerId="LiveId" clId="{55F6C0F6-D394-4BC7-A9B4-29CECF9A63BA}" dt="2026-09-26T15:38:59.658" v="5826" actId="20577"/>
          <ac:spMkLst>
            <pc:docMk/>
            <pc:sldMk cId="3022346743" sldId="266"/>
            <ac:spMk id="3" creationId="{BAB779A6-CE36-D27F-E369-44730A49AD8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ymbol zastępczy nagłówka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l-PL"/>
          </a:p>
        </p:txBody>
      </p:sp>
      <p:sp>
        <p:nvSpPr>
          <p:cNvPr id="3" name="Symbol zastępczy daty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98FDAD-6AB7-426B-8CBB-4E6D83FB66BD}" type="datetimeFigureOut">
              <a:rPr lang="pl-PL" smtClean="0"/>
              <a:t>26.09.2026</a:t>
            </a:fld>
            <a:endParaRPr lang="pl-PL"/>
          </a:p>
        </p:txBody>
      </p:sp>
      <p:sp>
        <p:nvSpPr>
          <p:cNvPr id="4" name="Symbol zastępczy obrazu slajd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l-PL"/>
          </a:p>
        </p:txBody>
      </p:sp>
      <p:sp>
        <p:nvSpPr>
          <p:cNvPr id="5" name="Symbol zastępczy notatek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6" name="Symbol zastępczy stopki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l-PL"/>
          </a:p>
        </p:txBody>
      </p:sp>
      <p:sp>
        <p:nvSpPr>
          <p:cNvPr id="7" name="Symbol zastępczy numeru slajd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FD6D25-8033-44A4-BFDE-F4CEE8745D70}" type="slidenum">
              <a:rPr lang="pl-PL" smtClean="0"/>
              <a:t>‹#›</a:t>
            </a:fld>
            <a:endParaRPr lang="pl-PL"/>
          </a:p>
        </p:txBody>
      </p:sp>
    </p:spTree>
    <p:extLst>
      <p:ext uri="{BB962C8B-B14F-4D97-AF65-F5344CB8AC3E}">
        <p14:creationId xmlns:p14="http://schemas.microsoft.com/office/powerpoint/2010/main" val="26152038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dirty="0"/>
          </a:p>
        </p:txBody>
      </p:sp>
      <p:sp>
        <p:nvSpPr>
          <p:cNvPr id="4" name="Symbol zastępczy numeru slajdu 3"/>
          <p:cNvSpPr>
            <a:spLocks noGrp="1"/>
          </p:cNvSpPr>
          <p:nvPr>
            <p:ph type="sldNum" sz="quarter" idx="5"/>
          </p:nvPr>
        </p:nvSpPr>
        <p:spPr/>
        <p:txBody>
          <a:bodyPr/>
          <a:lstStyle/>
          <a:p>
            <a:fld id="{22FD6D25-8033-44A4-BFDE-F4CEE8745D70}" type="slidenum">
              <a:rPr lang="pl-PL" smtClean="0"/>
              <a:t>3</a:t>
            </a:fld>
            <a:endParaRPr lang="pl-PL"/>
          </a:p>
        </p:txBody>
      </p:sp>
    </p:spTree>
    <p:extLst>
      <p:ext uri="{BB962C8B-B14F-4D97-AF65-F5344CB8AC3E}">
        <p14:creationId xmlns:p14="http://schemas.microsoft.com/office/powerpoint/2010/main" val="1912905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ajd tytułowy">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E2E024B5-90D5-314B-BA34-4FEE9E24D896}"/>
              </a:ext>
            </a:extLst>
          </p:cNvPr>
          <p:cNvSpPr>
            <a:spLocks noGrp="1"/>
          </p:cNvSpPr>
          <p:nvPr>
            <p:ph type="ctrTitle"/>
          </p:nvPr>
        </p:nvSpPr>
        <p:spPr>
          <a:xfrm>
            <a:off x="1524000" y="1122363"/>
            <a:ext cx="9144000" cy="2387600"/>
          </a:xfrm>
        </p:spPr>
        <p:txBody>
          <a:bodyPr anchor="b"/>
          <a:lstStyle>
            <a:lvl1pPr algn="ctr">
              <a:defRPr sz="6000"/>
            </a:lvl1pPr>
          </a:lstStyle>
          <a:p>
            <a:r>
              <a:rPr lang="pl-PL"/>
              <a:t>Kliknij, aby edytować styl</a:t>
            </a:r>
          </a:p>
        </p:txBody>
      </p:sp>
      <p:sp>
        <p:nvSpPr>
          <p:cNvPr id="3" name="Podtytuł 2">
            <a:extLst>
              <a:ext uri="{FF2B5EF4-FFF2-40B4-BE49-F238E27FC236}">
                <a16:creationId xmlns:a16="http://schemas.microsoft.com/office/drawing/2014/main" id="{DEB92445-A4CD-7696-7A02-46E1EF5EBEB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l-PL"/>
              <a:t>Kliknij, aby edytować styl wzorca podtytułu</a:t>
            </a:r>
          </a:p>
        </p:txBody>
      </p:sp>
      <p:sp>
        <p:nvSpPr>
          <p:cNvPr id="4" name="Symbol zastępczy daty 3">
            <a:extLst>
              <a:ext uri="{FF2B5EF4-FFF2-40B4-BE49-F238E27FC236}">
                <a16:creationId xmlns:a16="http://schemas.microsoft.com/office/drawing/2014/main" id="{64FCFE2F-12B0-49ED-7699-84B578F29A01}"/>
              </a:ext>
            </a:extLst>
          </p:cNvPr>
          <p:cNvSpPr>
            <a:spLocks noGrp="1"/>
          </p:cNvSpPr>
          <p:nvPr>
            <p:ph type="dt" sz="half" idx="10"/>
          </p:nvPr>
        </p:nvSpPr>
        <p:spPr/>
        <p:txBody>
          <a:bodyPr/>
          <a:lstStyle/>
          <a:p>
            <a:fld id="{3C3BECE3-6DB1-45BE-8DF9-60648B3FFDB6}" type="datetimeFigureOut">
              <a:rPr lang="pl-PL" smtClean="0"/>
              <a:t>26.09.2026</a:t>
            </a:fld>
            <a:endParaRPr lang="pl-PL"/>
          </a:p>
        </p:txBody>
      </p:sp>
      <p:sp>
        <p:nvSpPr>
          <p:cNvPr id="5" name="Symbol zastępczy stopki 4">
            <a:extLst>
              <a:ext uri="{FF2B5EF4-FFF2-40B4-BE49-F238E27FC236}">
                <a16:creationId xmlns:a16="http://schemas.microsoft.com/office/drawing/2014/main" id="{68CD48FF-308D-CCB6-B843-23E34E9E8833}"/>
              </a:ext>
            </a:extLst>
          </p:cNvPr>
          <p:cNvSpPr>
            <a:spLocks noGrp="1"/>
          </p:cNvSpPr>
          <p:nvPr>
            <p:ph type="ftr" sz="quarter" idx="11"/>
          </p:nvPr>
        </p:nvSpPr>
        <p:spPr/>
        <p:txBody>
          <a:bodyPr/>
          <a:lstStyle/>
          <a:p>
            <a:endParaRPr lang="pl-PL"/>
          </a:p>
        </p:txBody>
      </p:sp>
      <p:sp>
        <p:nvSpPr>
          <p:cNvPr id="6" name="Symbol zastępczy numeru slajdu 5">
            <a:extLst>
              <a:ext uri="{FF2B5EF4-FFF2-40B4-BE49-F238E27FC236}">
                <a16:creationId xmlns:a16="http://schemas.microsoft.com/office/drawing/2014/main" id="{983E0205-6117-C326-F702-D4EB4C84BE2A}"/>
              </a:ext>
            </a:extLst>
          </p:cNvPr>
          <p:cNvSpPr>
            <a:spLocks noGrp="1"/>
          </p:cNvSpPr>
          <p:nvPr>
            <p:ph type="sldNum" sz="quarter" idx="12"/>
          </p:nvPr>
        </p:nvSpPr>
        <p:spPr/>
        <p:txBody>
          <a:bodyPr/>
          <a:lstStyle/>
          <a:p>
            <a:fld id="{0403B1A2-4F63-43AD-9172-6067F532E4B3}" type="slidenum">
              <a:rPr lang="pl-PL" smtClean="0"/>
              <a:t>‹#›</a:t>
            </a:fld>
            <a:endParaRPr lang="pl-PL"/>
          </a:p>
        </p:txBody>
      </p:sp>
    </p:spTree>
    <p:extLst>
      <p:ext uri="{BB962C8B-B14F-4D97-AF65-F5344CB8AC3E}">
        <p14:creationId xmlns:p14="http://schemas.microsoft.com/office/powerpoint/2010/main" val="34886366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ytuł i zawartość">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E1EC4A56-6EDE-FA0C-746D-815E16BEE803}"/>
              </a:ext>
            </a:extLst>
          </p:cNvPr>
          <p:cNvSpPr>
            <a:spLocks noGrp="1"/>
          </p:cNvSpPr>
          <p:nvPr>
            <p:ph type="title"/>
          </p:nvPr>
        </p:nvSpPr>
        <p:spPr/>
        <p:txBody>
          <a:bodyPr/>
          <a:lstStyle/>
          <a:p>
            <a:r>
              <a:rPr lang="pl-PL"/>
              <a:t>Kliknij, aby edytować styl</a:t>
            </a:r>
          </a:p>
        </p:txBody>
      </p:sp>
      <p:sp>
        <p:nvSpPr>
          <p:cNvPr id="3" name="Symbol zastępczy zawartości 2">
            <a:extLst>
              <a:ext uri="{FF2B5EF4-FFF2-40B4-BE49-F238E27FC236}">
                <a16:creationId xmlns:a16="http://schemas.microsoft.com/office/drawing/2014/main" id="{1E2DD334-2174-FC85-C102-C743EB6A48C5}"/>
              </a:ext>
            </a:extLst>
          </p:cNvPr>
          <p:cNvSpPr>
            <a:spLocks noGrp="1"/>
          </p:cNvSpPr>
          <p:nvPr>
            <p:ph idx="1"/>
          </p:nvPr>
        </p:nvSpPr>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a:extLst>
              <a:ext uri="{FF2B5EF4-FFF2-40B4-BE49-F238E27FC236}">
                <a16:creationId xmlns:a16="http://schemas.microsoft.com/office/drawing/2014/main" id="{684C8F40-E50D-7E41-E115-1B8B25B9C7D4}"/>
              </a:ext>
            </a:extLst>
          </p:cNvPr>
          <p:cNvSpPr>
            <a:spLocks noGrp="1"/>
          </p:cNvSpPr>
          <p:nvPr>
            <p:ph type="dt" sz="half" idx="10"/>
          </p:nvPr>
        </p:nvSpPr>
        <p:spPr/>
        <p:txBody>
          <a:bodyPr/>
          <a:lstStyle/>
          <a:p>
            <a:fld id="{3C3BECE3-6DB1-45BE-8DF9-60648B3FFDB6}" type="datetimeFigureOut">
              <a:rPr lang="pl-PL" smtClean="0"/>
              <a:t>26.09.2026</a:t>
            </a:fld>
            <a:endParaRPr lang="pl-PL"/>
          </a:p>
        </p:txBody>
      </p:sp>
      <p:sp>
        <p:nvSpPr>
          <p:cNvPr id="5" name="Symbol zastępczy stopki 4">
            <a:extLst>
              <a:ext uri="{FF2B5EF4-FFF2-40B4-BE49-F238E27FC236}">
                <a16:creationId xmlns:a16="http://schemas.microsoft.com/office/drawing/2014/main" id="{E0C93C6C-8E35-6C8A-C00E-37D96BD34F27}"/>
              </a:ext>
            </a:extLst>
          </p:cNvPr>
          <p:cNvSpPr>
            <a:spLocks noGrp="1"/>
          </p:cNvSpPr>
          <p:nvPr>
            <p:ph type="ftr" sz="quarter" idx="11"/>
          </p:nvPr>
        </p:nvSpPr>
        <p:spPr/>
        <p:txBody>
          <a:bodyPr/>
          <a:lstStyle/>
          <a:p>
            <a:endParaRPr lang="pl-PL"/>
          </a:p>
        </p:txBody>
      </p:sp>
      <p:sp>
        <p:nvSpPr>
          <p:cNvPr id="6" name="Symbol zastępczy numeru slajdu 5">
            <a:extLst>
              <a:ext uri="{FF2B5EF4-FFF2-40B4-BE49-F238E27FC236}">
                <a16:creationId xmlns:a16="http://schemas.microsoft.com/office/drawing/2014/main" id="{C7200899-629D-7717-BC34-724152367DBB}"/>
              </a:ext>
            </a:extLst>
          </p:cNvPr>
          <p:cNvSpPr>
            <a:spLocks noGrp="1"/>
          </p:cNvSpPr>
          <p:nvPr>
            <p:ph type="sldNum" sz="quarter" idx="12"/>
          </p:nvPr>
        </p:nvSpPr>
        <p:spPr/>
        <p:txBody>
          <a:bodyPr/>
          <a:lstStyle/>
          <a:p>
            <a:fld id="{0403B1A2-4F63-43AD-9172-6067F532E4B3}" type="slidenum">
              <a:rPr lang="pl-PL" smtClean="0"/>
              <a:t>‹#›</a:t>
            </a:fld>
            <a:endParaRPr lang="pl-PL"/>
          </a:p>
        </p:txBody>
      </p:sp>
    </p:spTree>
    <p:extLst>
      <p:ext uri="{BB962C8B-B14F-4D97-AF65-F5344CB8AC3E}">
        <p14:creationId xmlns:p14="http://schemas.microsoft.com/office/powerpoint/2010/main" val="21073064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Nagłówek sekcji">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167A1CC9-1369-3B98-666A-3F2F6DE53CDC}"/>
              </a:ext>
            </a:extLst>
          </p:cNvPr>
          <p:cNvSpPr>
            <a:spLocks noGrp="1"/>
          </p:cNvSpPr>
          <p:nvPr>
            <p:ph type="title"/>
          </p:nvPr>
        </p:nvSpPr>
        <p:spPr>
          <a:xfrm>
            <a:off x="831850" y="1709738"/>
            <a:ext cx="10515600" cy="2852737"/>
          </a:xfrm>
        </p:spPr>
        <p:txBody>
          <a:bodyPr anchor="b"/>
          <a:lstStyle>
            <a:lvl1pPr>
              <a:defRPr sz="6000"/>
            </a:lvl1pPr>
          </a:lstStyle>
          <a:p>
            <a:r>
              <a:rPr lang="pl-PL"/>
              <a:t>Kliknij, aby edytować styl</a:t>
            </a:r>
          </a:p>
        </p:txBody>
      </p:sp>
      <p:sp>
        <p:nvSpPr>
          <p:cNvPr id="3" name="Symbol zastępczy tekstu 2">
            <a:extLst>
              <a:ext uri="{FF2B5EF4-FFF2-40B4-BE49-F238E27FC236}">
                <a16:creationId xmlns:a16="http://schemas.microsoft.com/office/drawing/2014/main" id="{657E978A-903E-7589-934D-D2AC6B41CD7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pl-PL"/>
              <a:t>Kliknij, aby edytować style wzorca tekstu</a:t>
            </a:r>
          </a:p>
        </p:txBody>
      </p:sp>
      <p:sp>
        <p:nvSpPr>
          <p:cNvPr id="4" name="Symbol zastępczy daty 3">
            <a:extLst>
              <a:ext uri="{FF2B5EF4-FFF2-40B4-BE49-F238E27FC236}">
                <a16:creationId xmlns:a16="http://schemas.microsoft.com/office/drawing/2014/main" id="{95F5EA99-E618-0075-080F-7634BC0D12B0}"/>
              </a:ext>
            </a:extLst>
          </p:cNvPr>
          <p:cNvSpPr>
            <a:spLocks noGrp="1"/>
          </p:cNvSpPr>
          <p:nvPr>
            <p:ph type="dt" sz="half" idx="10"/>
          </p:nvPr>
        </p:nvSpPr>
        <p:spPr/>
        <p:txBody>
          <a:bodyPr/>
          <a:lstStyle/>
          <a:p>
            <a:fld id="{3C3BECE3-6DB1-45BE-8DF9-60648B3FFDB6}" type="datetimeFigureOut">
              <a:rPr lang="pl-PL" smtClean="0"/>
              <a:t>26.09.2026</a:t>
            </a:fld>
            <a:endParaRPr lang="pl-PL"/>
          </a:p>
        </p:txBody>
      </p:sp>
      <p:sp>
        <p:nvSpPr>
          <p:cNvPr id="5" name="Symbol zastępczy stopki 4">
            <a:extLst>
              <a:ext uri="{FF2B5EF4-FFF2-40B4-BE49-F238E27FC236}">
                <a16:creationId xmlns:a16="http://schemas.microsoft.com/office/drawing/2014/main" id="{CA2145F2-74AA-ECD2-2A9B-A76DA0C3F467}"/>
              </a:ext>
            </a:extLst>
          </p:cNvPr>
          <p:cNvSpPr>
            <a:spLocks noGrp="1"/>
          </p:cNvSpPr>
          <p:nvPr>
            <p:ph type="ftr" sz="quarter" idx="11"/>
          </p:nvPr>
        </p:nvSpPr>
        <p:spPr/>
        <p:txBody>
          <a:bodyPr/>
          <a:lstStyle/>
          <a:p>
            <a:endParaRPr lang="pl-PL"/>
          </a:p>
        </p:txBody>
      </p:sp>
      <p:sp>
        <p:nvSpPr>
          <p:cNvPr id="6" name="Symbol zastępczy numeru slajdu 5">
            <a:extLst>
              <a:ext uri="{FF2B5EF4-FFF2-40B4-BE49-F238E27FC236}">
                <a16:creationId xmlns:a16="http://schemas.microsoft.com/office/drawing/2014/main" id="{0C57FC37-3387-C827-5CB5-B33B41B36971}"/>
              </a:ext>
            </a:extLst>
          </p:cNvPr>
          <p:cNvSpPr>
            <a:spLocks noGrp="1"/>
          </p:cNvSpPr>
          <p:nvPr>
            <p:ph type="sldNum" sz="quarter" idx="12"/>
          </p:nvPr>
        </p:nvSpPr>
        <p:spPr/>
        <p:txBody>
          <a:bodyPr/>
          <a:lstStyle/>
          <a:p>
            <a:fld id="{0403B1A2-4F63-43AD-9172-6067F532E4B3}" type="slidenum">
              <a:rPr lang="pl-PL" smtClean="0"/>
              <a:t>‹#›</a:t>
            </a:fld>
            <a:endParaRPr lang="pl-PL"/>
          </a:p>
        </p:txBody>
      </p:sp>
    </p:spTree>
    <p:extLst>
      <p:ext uri="{BB962C8B-B14F-4D97-AF65-F5344CB8AC3E}">
        <p14:creationId xmlns:p14="http://schemas.microsoft.com/office/powerpoint/2010/main" val="4253611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wa elementy zawartości">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FB485FA8-D90A-7CAB-487B-2D8A17A7F6FD}"/>
              </a:ext>
            </a:extLst>
          </p:cNvPr>
          <p:cNvSpPr>
            <a:spLocks noGrp="1"/>
          </p:cNvSpPr>
          <p:nvPr>
            <p:ph type="title"/>
          </p:nvPr>
        </p:nvSpPr>
        <p:spPr/>
        <p:txBody>
          <a:bodyPr/>
          <a:lstStyle/>
          <a:p>
            <a:r>
              <a:rPr lang="pl-PL"/>
              <a:t>Kliknij, aby edytować styl</a:t>
            </a:r>
          </a:p>
        </p:txBody>
      </p:sp>
      <p:sp>
        <p:nvSpPr>
          <p:cNvPr id="3" name="Symbol zastępczy zawartości 2">
            <a:extLst>
              <a:ext uri="{FF2B5EF4-FFF2-40B4-BE49-F238E27FC236}">
                <a16:creationId xmlns:a16="http://schemas.microsoft.com/office/drawing/2014/main" id="{68E386E0-ECB1-3F9D-5869-32E4B1FE9B1B}"/>
              </a:ext>
            </a:extLst>
          </p:cNvPr>
          <p:cNvSpPr>
            <a:spLocks noGrp="1"/>
          </p:cNvSpPr>
          <p:nvPr>
            <p:ph sz="half" idx="1"/>
          </p:nvPr>
        </p:nvSpPr>
        <p:spPr>
          <a:xfrm>
            <a:off x="838200" y="1825625"/>
            <a:ext cx="5181600" cy="435133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zawartości 3">
            <a:extLst>
              <a:ext uri="{FF2B5EF4-FFF2-40B4-BE49-F238E27FC236}">
                <a16:creationId xmlns:a16="http://schemas.microsoft.com/office/drawing/2014/main" id="{407F7745-D387-179E-EB70-E48433F2F581}"/>
              </a:ext>
            </a:extLst>
          </p:cNvPr>
          <p:cNvSpPr>
            <a:spLocks noGrp="1"/>
          </p:cNvSpPr>
          <p:nvPr>
            <p:ph sz="half" idx="2"/>
          </p:nvPr>
        </p:nvSpPr>
        <p:spPr>
          <a:xfrm>
            <a:off x="6172200" y="1825625"/>
            <a:ext cx="5181600" cy="435133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5" name="Symbol zastępczy daty 4">
            <a:extLst>
              <a:ext uri="{FF2B5EF4-FFF2-40B4-BE49-F238E27FC236}">
                <a16:creationId xmlns:a16="http://schemas.microsoft.com/office/drawing/2014/main" id="{A34A1566-E8F0-9183-60A9-6196C391FA06}"/>
              </a:ext>
            </a:extLst>
          </p:cNvPr>
          <p:cNvSpPr>
            <a:spLocks noGrp="1"/>
          </p:cNvSpPr>
          <p:nvPr>
            <p:ph type="dt" sz="half" idx="10"/>
          </p:nvPr>
        </p:nvSpPr>
        <p:spPr/>
        <p:txBody>
          <a:bodyPr/>
          <a:lstStyle/>
          <a:p>
            <a:fld id="{3C3BECE3-6DB1-45BE-8DF9-60648B3FFDB6}" type="datetimeFigureOut">
              <a:rPr lang="pl-PL" smtClean="0"/>
              <a:t>26.09.2026</a:t>
            </a:fld>
            <a:endParaRPr lang="pl-PL"/>
          </a:p>
        </p:txBody>
      </p:sp>
      <p:sp>
        <p:nvSpPr>
          <p:cNvPr id="6" name="Symbol zastępczy stopki 5">
            <a:extLst>
              <a:ext uri="{FF2B5EF4-FFF2-40B4-BE49-F238E27FC236}">
                <a16:creationId xmlns:a16="http://schemas.microsoft.com/office/drawing/2014/main" id="{5F62727A-9144-01A8-AED1-43B7905AD159}"/>
              </a:ext>
            </a:extLst>
          </p:cNvPr>
          <p:cNvSpPr>
            <a:spLocks noGrp="1"/>
          </p:cNvSpPr>
          <p:nvPr>
            <p:ph type="ftr" sz="quarter" idx="11"/>
          </p:nvPr>
        </p:nvSpPr>
        <p:spPr/>
        <p:txBody>
          <a:bodyPr/>
          <a:lstStyle/>
          <a:p>
            <a:endParaRPr lang="pl-PL"/>
          </a:p>
        </p:txBody>
      </p:sp>
      <p:sp>
        <p:nvSpPr>
          <p:cNvPr id="7" name="Symbol zastępczy numeru slajdu 6">
            <a:extLst>
              <a:ext uri="{FF2B5EF4-FFF2-40B4-BE49-F238E27FC236}">
                <a16:creationId xmlns:a16="http://schemas.microsoft.com/office/drawing/2014/main" id="{257D64C5-5AD9-C9F8-0D19-7356AE84CAD4}"/>
              </a:ext>
            </a:extLst>
          </p:cNvPr>
          <p:cNvSpPr>
            <a:spLocks noGrp="1"/>
          </p:cNvSpPr>
          <p:nvPr>
            <p:ph type="sldNum" sz="quarter" idx="12"/>
          </p:nvPr>
        </p:nvSpPr>
        <p:spPr/>
        <p:txBody>
          <a:bodyPr/>
          <a:lstStyle/>
          <a:p>
            <a:fld id="{0403B1A2-4F63-43AD-9172-6067F532E4B3}" type="slidenum">
              <a:rPr lang="pl-PL" smtClean="0"/>
              <a:t>‹#›</a:t>
            </a:fld>
            <a:endParaRPr lang="pl-PL"/>
          </a:p>
        </p:txBody>
      </p:sp>
    </p:spTree>
    <p:extLst>
      <p:ext uri="{BB962C8B-B14F-4D97-AF65-F5344CB8AC3E}">
        <p14:creationId xmlns:p14="http://schemas.microsoft.com/office/powerpoint/2010/main" val="24904249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ównanie">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346D8571-C086-00A2-CC83-4995B977DB31}"/>
              </a:ext>
            </a:extLst>
          </p:cNvPr>
          <p:cNvSpPr>
            <a:spLocks noGrp="1"/>
          </p:cNvSpPr>
          <p:nvPr>
            <p:ph type="title"/>
          </p:nvPr>
        </p:nvSpPr>
        <p:spPr>
          <a:xfrm>
            <a:off x="839788" y="365125"/>
            <a:ext cx="10515600" cy="1325563"/>
          </a:xfrm>
        </p:spPr>
        <p:txBody>
          <a:bodyPr/>
          <a:lstStyle/>
          <a:p>
            <a:r>
              <a:rPr lang="pl-PL"/>
              <a:t>Kliknij, aby edytować styl</a:t>
            </a:r>
          </a:p>
        </p:txBody>
      </p:sp>
      <p:sp>
        <p:nvSpPr>
          <p:cNvPr id="3" name="Symbol zastępczy tekstu 2">
            <a:extLst>
              <a:ext uri="{FF2B5EF4-FFF2-40B4-BE49-F238E27FC236}">
                <a16:creationId xmlns:a16="http://schemas.microsoft.com/office/drawing/2014/main" id="{0E0C8816-C889-DC9F-A3E5-6E41A127A3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4" name="Symbol zastępczy zawartości 3">
            <a:extLst>
              <a:ext uri="{FF2B5EF4-FFF2-40B4-BE49-F238E27FC236}">
                <a16:creationId xmlns:a16="http://schemas.microsoft.com/office/drawing/2014/main" id="{2D3FE46F-2545-E8E9-1299-E49093927137}"/>
              </a:ext>
            </a:extLst>
          </p:cNvPr>
          <p:cNvSpPr>
            <a:spLocks noGrp="1"/>
          </p:cNvSpPr>
          <p:nvPr>
            <p:ph sz="half" idx="2"/>
          </p:nvPr>
        </p:nvSpPr>
        <p:spPr>
          <a:xfrm>
            <a:off x="839788" y="2505075"/>
            <a:ext cx="5157787" cy="368458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5" name="Symbol zastępczy tekstu 4">
            <a:extLst>
              <a:ext uri="{FF2B5EF4-FFF2-40B4-BE49-F238E27FC236}">
                <a16:creationId xmlns:a16="http://schemas.microsoft.com/office/drawing/2014/main" id="{ECD558F1-A59F-7598-57DC-397D4B3A4DB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6" name="Symbol zastępczy zawartości 5">
            <a:extLst>
              <a:ext uri="{FF2B5EF4-FFF2-40B4-BE49-F238E27FC236}">
                <a16:creationId xmlns:a16="http://schemas.microsoft.com/office/drawing/2014/main" id="{D7CE6913-34DC-9385-18F7-DCFDA9F6AADB}"/>
              </a:ext>
            </a:extLst>
          </p:cNvPr>
          <p:cNvSpPr>
            <a:spLocks noGrp="1"/>
          </p:cNvSpPr>
          <p:nvPr>
            <p:ph sz="quarter" idx="4"/>
          </p:nvPr>
        </p:nvSpPr>
        <p:spPr>
          <a:xfrm>
            <a:off x="6172200" y="2505075"/>
            <a:ext cx="5183188" cy="368458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7" name="Symbol zastępczy daty 6">
            <a:extLst>
              <a:ext uri="{FF2B5EF4-FFF2-40B4-BE49-F238E27FC236}">
                <a16:creationId xmlns:a16="http://schemas.microsoft.com/office/drawing/2014/main" id="{51546674-8FF8-5948-C26A-57059334FED3}"/>
              </a:ext>
            </a:extLst>
          </p:cNvPr>
          <p:cNvSpPr>
            <a:spLocks noGrp="1"/>
          </p:cNvSpPr>
          <p:nvPr>
            <p:ph type="dt" sz="half" idx="10"/>
          </p:nvPr>
        </p:nvSpPr>
        <p:spPr/>
        <p:txBody>
          <a:bodyPr/>
          <a:lstStyle/>
          <a:p>
            <a:fld id="{3C3BECE3-6DB1-45BE-8DF9-60648B3FFDB6}" type="datetimeFigureOut">
              <a:rPr lang="pl-PL" smtClean="0"/>
              <a:t>26.09.2026</a:t>
            </a:fld>
            <a:endParaRPr lang="pl-PL"/>
          </a:p>
        </p:txBody>
      </p:sp>
      <p:sp>
        <p:nvSpPr>
          <p:cNvPr id="8" name="Symbol zastępczy stopki 7">
            <a:extLst>
              <a:ext uri="{FF2B5EF4-FFF2-40B4-BE49-F238E27FC236}">
                <a16:creationId xmlns:a16="http://schemas.microsoft.com/office/drawing/2014/main" id="{D1115A6D-8E78-2670-C712-D6615E555AE8}"/>
              </a:ext>
            </a:extLst>
          </p:cNvPr>
          <p:cNvSpPr>
            <a:spLocks noGrp="1"/>
          </p:cNvSpPr>
          <p:nvPr>
            <p:ph type="ftr" sz="quarter" idx="11"/>
          </p:nvPr>
        </p:nvSpPr>
        <p:spPr/>
        <p:txBody>
          <a:bodyPr/>
          <a:lstStyle/>
          <a:p>
            <a:endParaRPr lang="pl-PL"/>
          </a:p>
        </p:txBody>
      </p:sp>
      <p:sp>
        <p:nvSpPr>
          <p:cNvPr id="9" name="Symbol zastępczy numeru slajdu 8">
            <a:extLst>
              <a:ext uri="{FF2B5EF4-FFF2-40B4-BE49-F238E27FC236}">
                <a16:creationId xmlns:a16="http://schemas.microsoft.com/office/drawing/2014/main" id="{1C8327EF-DE70-4B2C-5C00-990AF4F5E1BE}"/>
              </a:ext>
            </a:extLst>
          </p:cNvPr>
          <p:cNvSpPr>
            <a:spLocks noGrp="1"/>
          </p:cNvSpPr>
          <p:nvPr>
            <p:ph type="sldNum" sz="quarter" idx="12"/>
          </p:nvPr>
        </p:nvSpPr>
        <p:spPr/>
        <p:txBody>
          <a:bodyPr/>
          <a:lstStyle/>
          <a:p>
            <a:fld id="{0403B1A2-4F63-43AD-9172-6067F532E4B3}" type="slidenum">
              <a:rPr lang="pl-PL" smtClean="0"/>
              <a:t>‹#›</a:t>
            </a:fld>
            <a:endParaRPr lang="pl-PL"/>
          </a:p>
        </p:txBody>
      </p:sp>
    </p:spTree>
    <p:extLst>
      <p:ext uri="{BB962C8B-B14F-4D97-AF65-F5344CB8AC3E}">
        <p14:creationId xmlns:p14="http://schemas.microsoft.com/office/powerpoint/2010/main" val="9850481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ylko tytuł">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FACA7CD-934C-EDA2-CB5B-0D9269C807DF}"/>
              </a:ext>
            </a:extLst>
          </p:cNvPr>
          <p:cNvSpPr>
            <a:spLocks noGrp="1"/>
          </p:cNvSpPr>
          <p:nvPr>
            <p:ph type="title"/>
          </p:nvPr>
        </p:nvSpPr>
        <p:spPr/>
        <p:txBody>
          <a:bodyPr/>
          <a:lstStyle/>
          <a:p>
            <a:r>
              <a:rPr lang="pl-PL"/>
              <a:t>Kliknij, aby edytować styl</a:t>
            </a:r>
          </a:p>
        </p:txBody>
      </p:sp>
      <p:sp>
        <p:nvSpPr>
          <p:cNvPr id="3" name="Symbol zastępczy daty 2">
            <a:extLst>
              <a:ext uri="{FF2B5EF4-FFF2-40B4-BE49-F238E27FC236}">
                <a16:creationId xmlns:a16="http://schemas.microsoft.com/office/drawing/2014/main" id="{6F44929A-8C45-5DBD-E7D7-BE522B200BE4}"/>
              </a:ext>
            </a:extLst>
          </p:cNvPr>
          <p:cNvSpPr>
            <a:spLocks noGrp="1"/>
          </p:cNvSpPr>
          <p:nvPr>
            <p:ph type="dt" sz="half" idx="10"/>
          </p:nvPr>
        </p:nvSpPr>
        <p:spPr/>
        <p:txBody>
          <a:bodyPr/>
          <a:lstStyle/>
          <a:p>
            <a:fld id="{3C3BECE3-6DB1-45BE-8DF9-60648B3FFDB6}" type="datetimeFigureOut">
              <a:rPr lang="pl-PL" smtClean="0"/>
              <a:t>26.09.2026</a:t>
            </a:fld>
            <a:endParaRPr lang="pl-PL"/>
          </a:p>
        </p:txBody>
      </p:sp>
      <p:sp>
        <p:nvSpPr>
          <p:cNvPr id="4" name="Symbol zastępczy stopki 3">
            <a:extLst>
              <a:ext uri="{FF2B5EF4-FFF2-40B4-BE49-F238E27FC236}">
                <a16:creationId xmlns:a16="http://schemas.microsoft.com/office/drawing/2014/main" id="{5B4D5BA5-40B0-EB6B-48E6-3E54CF74174A}"/>
              </a:ext>
            </a:extLst>
          </p:cNvPr>
          <p:cNvSpPr>
            <a:spLocks noGrp="1"/>
          </p:cNvSpPr>
          <p:nvPr>
            <p:ph type="ftr" sz="quarter" idx="11"/>
          </p:nvPr>
        </p:nvSpPr>
        <p:spPr/>
        <p:txBody>
          <a:bodyPr/>
          <a:lstStyle/>
          <a:p>
            <a:endParaRPr lang="pl-PL"/>
          </a:p>
        </p:txBody>
      </p:sp>
      <p:sp>
        <p:nvSpPr>
          <p:cNvPr id="5" name="Symbol zastępczy numeru slajdu 4">
            <a:extLst>
              <a:ext uri="{FF2B5EF4-FFF2-40B4-BE49-F238E27FC236}">
                <a16:creationId xmlns:a16="http://schemas.microsoft.com/office/drawing/2014/main" id="{46888EDA-34CF-6FB3-0CA0-DF8FD1F38DAE}"/>
              </a:ext>
            </a:extLst>
          </p:cNvPr>
          <p:cNvSpPr>
            <a:spLocks noGrp="1"/>
          </p:cNvSpPr>
          <p:nvPr>
            <p:ph type="sldNum" sz="quarter" idx="12"/>
          </p:nvPr>
        </p:nvSpPr>
        <p:spPr/>
        <p:txBody>
          <a:bodyPr/>
          <a:lstStyle/>
          <a:p>
            <a:fld id="{0403B1A2-4F63-43AD-9172-6067F532E4B3}" type="slidenum">
              <a:rPr lang="pl-PL" smtClean="0"/>
              <a:t>‹#›</a:t>
            </a:fld>
            <a:endParaRPr lang="pl-PL"/>
          </a:p>
        </p:txBody>
      </p:sp>
    </p:spTree>
    <p:extLst>
      <p:ext uri="{BB962C8B-B14F-4D97-AF65-F5344CB8AC3E}">
        <p14:creationId xmlns:p14="http://schemas.microsoft.com/office/powerpoint/2010/main" val="41545929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usty">
    <p:spTree>
      <p:nvGrpSpPr>
        <p:cNvPr id="1" name=""/>
        <p:cNvGrpSpPr/>
        <p:nvPr/>
      </p:nvGrpSpPr>
      <p:grpSpPr>
        <a:xfrm>
          <a:off x="0" y="0"/>
          <a:ext cx="0" cy="0"/>
          <a:chOff x="0" y="0"/>
          <a:chExt cx="0" cy="0"/>
        </a:xfrm>
      </p:grpSpPr>
      <p:sp>
        <p:nvSpPr>
          <p:cNvPr id="2" name="Symbol zastępczy daty 1">
            <a:extLst>
              <a:ext uri="{FF2B5EF4-FFF2-40B4-BE49-F238E27FC236}">
                <a16:creationId xmlns:a16="http://schemas.microsoft.com/office/drawing/2014/main" id="{A55DA620-ACB1-495E-F974-0CB80E9008E7}"/>
              </a:ext>
            </a:extLst>
          </p:cNvPr>
          <p:cNvSpPr>
            <a:spLocks noGrp="1"/>
          </p:cNvSpPr>
          <p:nvPr>
            <p:ph type="dt" sz="half" idx="10"/>
          </p:nvPr>
        </p:nvSpPr>
        <p:spPr/>
        <p:txBody>
          <a:bodyPr/>
          <a:lstStyle/>
          <a:p>
            <a:fld id="{3C3BECE3-6DB1-45BE-8DF9-60648B3FFDB6}" type="datetimeFigureOut">
              <a:rPr lang="pl-PL" smtClean="0"/>
              <a:t>26.09.2026</a:t>
            </a:fld>
            <a:endParaRPr lang="pl-PL"/>
          </a:p>
        </p:txBody>
      </p:sp>
      <p:sp>
        <p:nvSpPr>
          <p:cNvPr id="3" name="Symbol zastępczy stopki 2">
            <a:extLst>
              <a:ext uri="{FF2B5EF4-FFF2-40B4-BE49-F238E27FC236}">
                <a16:creationId xmlns:a16="http://schemas.microsoft.com/office/drawing/2014/main" id="{54B8FD9C-1FBE-A3A5-BB49-7D9BE9D5C621}"/>
              </a:ext>
            </a:extLst>
          </p:cNvPr>
          <p:cNvSpPr>
            <a:spLocks noGrp="1"/>
          </p:cNvSpPr>
          <p:nvPr>
            <p:ph type="ftr" sz="quarter" idx="11"/>
          </p:nvPr>
        </p:nvSpPr>
        <p:spPr/>
        <p:txBody>
          <a:bodyPr/>
          <a:lstStyle/>
          <a:p>
            <a:endParaRPr lang="pl-PL"/>
          </a:p>
        </p:txBody>
      </p:sp>
      <p:sp>
        <p:nvSpPr>
          <p:cNvPr id="4" name="Symbol zastępczy numeru slajdu 3">
            <a:extLst>
              <a:ext uri="{FF2B5EF4-FFF2-40B4-BE49-F238E27FC236}">
                <a16:creationId xmlns:a16="http://schemas.microsoft.com/office/drawing/2014/main" id="{9C0F0C52-3CA6-6C02-DD3C-A270C9D1E24D}"/>
              </a:ext>
            </a:extLst>
          </p:cNvPr>
          <p:cNvSpPr>
            <a:spLocks noGrp="1"/>
          </p:cNvSpPr>
          <p:nvPr>
            <p:ph type="sldNum" sz="quarter" idx="12"/>
          </p:nvPr>
        </p:nvSpPr>
        <p:spPr/>
        <p:txBody>
          <a:bodyPr/>
          <a:lstStyle/>
          <a:p>
            <a:fld id="{0403B1A2-4F63-43AD-9172-6067F532E4B3}" type="slidenum">
              <a:rPr lang="pl-PL" smtClean="0"/>
              <a:t>‹#›</a:t>
            </a:fld>
            <a:endParaRPr lang="pl-PL"/>
          </a:p>
        </p:txBody>
      </p:sp>
    </p:spTree>
    <p:extLst>
      <p:ext uri="{BB962C8B-B14F-4D97-AF65-F5344CB8AC3E}">
        <p14:creationId xmlns:p14="http://schemas.microsoft.com/office/powerpoint/2010/main" val="19762584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Zawartość z podpisem">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2AD1F7C-7C96-D2FD-0482-52B4B2BF2A00}"/>
              </a:ext>
            </a:extLst>
          </p:cNvPr>
          <p:cNvSpPr>
            <a:spLocks noGrp="1"/>
          </p:cNvSpPr>
          <p:nvPr>
            <p:ph type="title"/>
          </p:nvPr>
        </p:nvSpPr>
        <p:spPr>
          <a:xfrm>
            <a:off x="839788" y="457200"/>
            <a:ext cx="3932237" cy="1600200"/>
          </a:xfrm>
        </p:spPr>
        <p:txBody>
          <a:bodyPr anchor="b"/>
          <a:lstStyle>
            <a:lvl1pPr>
              <a:defRPr sz="3200"/>
            </a:lvl1pPr>
          </a:lstStyle>
          <a:p>
            <a:r>
              <a:rPr lang="pl-PL"/>
              <a:t>Kliknij, aby edytować styl</a:t>
            </a:r>
          </a:p>
        </p:txBody>
      </p:sp>
      <p:sp>
        <p:nvSpPr>
          <p:cNvPr id="3" name="Symbol zastępczy zawartości 2">
            <a:extLst>
              <a:ext uri="{FF2B5EF4-FFF2-40B4-BE49-F238E27FC236}">
                <a16:creationId xmlns:a16="http://schemas.microsoft.com/office/drawing/2014/main" id="{5B518232-1232-4EAB-9935-A1E28D8DBB4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tekstu 3">
            <a:extLst>
              <a:ext uri="{FF2B5EF4-FFF2-40B4-BE49-F238E27FC236}">
                <a16:creationId xmlns:a16="http://schemas.microsoft.com/office/drawing/2014/main" id="{D136691D-A3D6-B8F0-A8EF-18C2B993F2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l-PL"/>
              <a:t>Kliknij, aby edytować style wzorca tekstu</a:t>
            </a:r>
          </a:p>
        </p:txBody>
      </p:sp>
      <p:sp>
        <p:nvSpPr>
          <p:cNvPr id="5" name="Symbol zastępczy daty 4">
            <a:extLst>
              <a:ext uri="{FF2B5EF4-FFF2-40B4-BE49-F238E27FC236}">
                <a16:creationId xmlns:a16="http://schemas.microsoft.com/office/drawing/2014/main" id="{BA93DA99-1692-728C-51CE-147A1EB48D2E}"/>
              </a:ext>
            </a:extLst>
          </p:cNvPr>
          <p:cNvSpPr>
            <a:spLocks noGrp="1"/>
          </p:cNvSpPr>
          <p:nvPr>
            <p:ph type="dt" sz="half" idx="10"/>
          </p:nvPr>
        </p:nvSpPr>
        <p:spPr/>
        <p:txBody>
          <a:bodyPr/>
          <a:lstStyle/>
          <a:p>
            <a:fld id="{3C3BECE3-6DB1-45BE-8DF9-60648B3FFDB6}" type="datetimeFigureOut">
              <a:rPr lang="pl-PL" smtClean="0"/>
              <a:t>26.09.2026</a:t>
            </a:fld>
            <a:endParaRPr lang="pl-PL"/>
          </a:p>
        </p:txBody>
      </p:sp>
      <p:sp>
        <p:nvSpPr>
          <p:cNvPr id="6" name="Symbol zastępczy stopki 5">
            <a:extLst>
              <a:ext uri="{FF2B5EF4-FFF2-40B4-BE49-F238E27FC236}">
                <a16:creationId xmlns:a16="http://schemas.microsoft.com/office/drawing/2014/main" id="{704B323B-03FF-E955-9D2A-1D8B4BCC595C}"/>
              </a:ext>
            </a:extLst>
          </p:cNvPr>
          <p:cNvSpPr>
            <a:spLocks noGrp="1"/>
          </p:cNvSpPr>
          <p:nvPr>
            <p:ph type="ftr" sz="quarter" idx="11"/>
          </p:nvPr>
        </p:nvSpPr>
        <p:spPr/>
        <p:txBody>
          <a:bodyPr/>
          <a:lstStyle/>
          <a:p>
            <a:endParaRPr lang="pl-PL"/>
          </a:p>
        </p:txBody>
      </p:sp>
      <p:sp>
        <p:nvSpPr>
          <p:cNvPr id="7" name="Symbol zastępczy numeru slajdu 6">
            <a:extLst>
              <a:ext uri="{FF2B5EF4-FFF2-40B4-BE49-F238E27FC236}">
                <a16:creationId xmlns:a16="http://schemas.microsoft.com/office/drawing/2014/main" id="{FBAA9C84-C9DC-3D38-51D7-1F213AD508B5}"/>
              </a:ext>
            </a:extLst>
          </p:cNvPr>
          <p:cNvSpPr>
            <a:spLocks noGrp="1"/>
          </p:cNvSpPr>
          <p:nvPr>
            <p:ph type="sldNum" sz="quarter" idx="12"/>
          </p:nvPr>
        </p:nvSpPr>
        <p:spPr/>
        <p:txBody>
          <a:bodyPr/>
          <a:lstStyle/>
          <a:p>
            <a:fld id="{0403B1A2-4F63-43AD-9172-6067F532E4B3}" type="slidenum">
              <a:rPr lang="pl-PL" smtClean="0"/>
              <a:t>‹#›</a:t>
            </a:fld>
            <a:endParaRPr lang="pl-PL"/>
          </a:p>
        </p:txBody>
      </p:sp>
    </p:spTree>
    <p:extLst>
      <p:ext uri="{BB962C8B-B14F-4D97-AF65-F5344CB8AC3E}">
        <p14:creationId xmlns:p14="http://schemas.microsoft.com/office/powerpoint/2010/main" val="41660198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braz z podpisem">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7849749E-5BC6-AA4F-8DE2-85DACF35B766}"/>
              </a:ext>
            </a:extLst>
          </p:cNvPr>
          <p:cNvSpPr>
            <a:spLocks noGrp="1"/>
          </p:cNvSpPr>
          <p:nvPr>
            <p:ph type="title"/>
          </p:nvPr>
        </p:nvSpPr>
        <p:spPr>
          <a:xfrm>
            <a:off x="839788" y="457200"/>
            <a:ext cx="3932237" cy="1600200"/>
          </a:xfrm>
        </p:spPr>
        <p:txBody>
          <a:bodyPr anchor="b"/>
          <a:lstStyle>
            <a:lvl1pPr>
              <a:defRPr sz="3200"/>
            </a:lvl1pPr>
          </a:lstStyle>
          <a:p>
            <a:r>
              <a:rPr lang="pl-PL"/>
              <a:t>Kliknij, aby edytować styl</a:t>
            </a:r>
          </a:p>
        </p:txBody>
      </p:sp>
      <p:sp>
        <p:nvSpPr>
          <p:cNvPr id="3" name="Symbol zastępczy obrazu 2">
            <a:extLst>
              <a:ext uri="{FF2B5EF4-FFF2-40B4-BE49-F238E27FC236}">
                <a16:creationId xmlns:a16="http://schemas.microsoft.com/office/drawing/2014/main" id="{51B6D454-FA84-1967-43D5-DF43157FEB8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l-PL"/>
          </a:p>
        </p:txBody>
      </p:sp>
      <p:sp>
        <p:nvSpPr>
          <p:cNvPr id="4" name="Symbol zastępczy tekstu 3">
            <a:extLst>
              <a:ext uri="{FF2B5EF4-FFF2-40B4-BE49-F238E27FC236}">
                <a16:creationId xmlns:a16="http://schemas.microsoft.com/office/drawing/2014/main" id="{D1E29A85-21BA-905B-A13C-8C16D1ECB7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l-PL"/>
              <a:t>Kliknij, aby edytować style wzorca tekstu</a:t>
            </a:r>
          </a:p>
        </p:txBody>
      </p:sp>
      <p:sp>
        <p:nvSpPr>
          <p:cNvPr id="5" name="Symbol zastępczy daty 4">
            <a:extLst>
              <a:ext uri="{FF2B5EF4-FFF2-40B4-BE49-F238E27FC236}">
                <a16:creationId xmlns:a16="http://schemas.microsoft.com/office/drawing/2014/main" id="{E84B73B2-D31E-35E1-071C-82A3DA4450D0}"/>
              </a:ext>
            </a:extLst>
          </p:cNvPr>
          <p:cNvSpPr>
            <a:spLocks noGrp="1"/>
          </p:cNvSpPr>
          <p:nvPr>
            <p:ph type="dt" sz="half" idx="10"/>
          </p:nvPr>
        </p:nvSpPr>
        <p:spPr/>
        <p:txBody>
          <a:bodyPr/>
          <a:lstStyle/>
          <a:p>
            <a:fld id="{3C3BECE3-6DB1-45BE-8DF9-60648B3FFDB6}" type="datetimeFigureOut">
              <a:rPr lang="pl-PL" smtClean="0"/>
              <a:t>26.09.2026</a:t>
            </a:fld>
            <a:endParaRPr lang="pl-PL"/>
          </a:p>
        </p:txBody>
      </p:sp>
      <p:sp>
        <p:nvSpPr>
          <p:cNvPr id="6" name="Symbol zastępczy stopki 5">
            <a:extLst>
              <a:ext uri="{FF2B5EF4-FFF2-40B4-BE49-F238E27FC236}">
                <a16:creationId xmlns:a16="http://schemas.microsoft.com/office/drawing/2014/main" id="{8D41AB7E-D186-D3F0-B43E-F81C2DD996BC}"/>
              </a:ext>
            </a:extLst>
          </p:cNvPr>
          <p:cNvSpPr>
            <a:spLocks noGrp="1"/>
          </p:cNvSpPr>
          <p:nvPr>
            <p:ph type="ftr" sz="quarter" idx="11"/>
          </p:nvPr>
        </p:nvSpPr>
        <p:spPr/>
        <p:txBody>
          <a:bodyPr/>
          <a:lstStyle/>
          <a:p>
            <a:endParaRPr lang="pl-PL"/>
          </a:p>
        </p:txBody>
      </p:sp>
      <p:sp>
        <p:nvSpPr>
          <p:cNvPr id="7" name="Symbol zastępczy numeru slajdu 6">
            <a:extLst>
              <a:ext uri="{FF2B5EF4-FFF2-40B4-BE49-F238E27FC236}">
                <a16:creationId xmlns:a16="http://schemas.microsoft.com/office/drawing/2014/main" id="{143C3150-E00F-6DC9-D128-E113C8E045A3}"/>
              </a:ext>
            </a:extLst>
          </p:cNvPr>
          <p:cNvSpPr>
            <a:spLocks noGrp="1"/>
          </p:cNvSpPr>
          <p:nvPr>
            <p:ph type="sldNum" sz="quarter" idx="12"/>
          </p:nvPr>
        </p:nvSpPr>
        <p:spPr/>
        <p:txBody>
          <a:bodyPr/>
          <a:lstStyle/>
          <a:p>
            <a:fld id="{0403B1A2-4F63-43AD-9172-6067F532E4B3}" type="slidenum">
              <a:rPr lang="pl-PL" smtClean="0"/>
              <a:t>‹#›</a:t>
            </a:fld>
            <a:endParaRPr lang="pl-PL"/>
          </a:p>
        </p:txBody>
      </p:sp>
    </p:spTree>
    <p:extLst>
      <p:ext uri="{BB962C8B-B14F-4D97-AF65-F5344CB8AC3E}">
        <p14:creationId xmlns:p14="http://schemas.microsoft.com/office/powerpoint/2010/main" val="28225776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ytuł i tekst pionowy">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06577B82-F929-1B7A-D940-8015FF797303}"/>
              </a:ext>
            </a:extLst>
          </p:cNvPr>
          <p:cNvSpPr>
            <a:spLocks noGrp="1"/>
          </p:cNvSpPr>
          <p:nvPr>
            <p:ph type="title"/>
          </p:nvPr>
        </p:nvSpPr>
        <p:spPr/>
        <p:txBody>
          <a:bodyPr/>
          <a:lstStyle/>
          <a:p>
            <a:r>
              <a:rPr lang="pl-PL"/>
              <a:t>Kliknij, aby edytować styl</a:t>
            </a:r>
          </a:p>
        </p:txBody>
      </p:sp>
      <p:sp>
        <p:nvSpPr>
          <p:cNvPr id="3" name="Symbol zastępczy tytułu pionowego 2">
            <a:extLst>
              <a:ext uri="{FF2B5EF4-FFF2-40B4-BE49-F238E27FC236}">
                <a16:creationId xmlns:a16="http://schemas.microsoft.com/office/drawing/2014/main" id="{8C6E981D-DCF2-F32A-3162-AA71858C2435}"/>
              </a:ext>
            </a:extLst>
          </p:cNvPr>
          <p:cNvSpPr>
            <a:spLocks noGrp="1"/>
          </p:cNvSpPr>
          <p:nvPr>
            <p:ph type="body" orient="vert" idx="1"/>
          </p:nvPr>
        </p:nvSpPr>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a:extLst>
              <a:ext uri="{FF2B5EF4-FFF2-40B4-BE49-F238E27FC236}">
                <a16:creationId xmlns:a16="http://schemas.microsoft.com/office/drawing/2014/main" id="{701EF0F0-33C5-BFE1-9A64-13CF72ACB4F9}"/>
              </a:ext>
            </a:extLst>
          </p:cNvPr>
          <p:cNvSpPr>
            <a:spLocks noGrp="1"/>
          </p:cNvSpPr>
          <p:nvPr>
            <p:ph type="dt" sz="half" idx="10"/>
          </p:nvPr>
        </p:nvSpPr>
        <p:spPr/>
        <p:txBody>
          <a:bodyPr/>
          <a:lstStyle/>
          <a:p>
            <a:fld id="{3C3BECE3-6DB1-45BE-8DF9-60648B3FFDB6}" type="datetimeFigureOut">
              <a:rPr lang="pl-PL" smtClean="0"/>
              <a:t>26.09.2026</a:t>
            </a:fld>
            <a:endParaRPr lang="pl-PL"/>
          </a:p>
        </p:txBody>
      </p:sp>
      <p:sp>
        <p:nvSpPr>
          <p:cNvPr id="5" name="Symbol zastępczy stopki 4">
            <a:extLst>
              <a:ext uri="{FF2B5EF4-FFF2-40B4-BE49-F238E27FC236}">
                <a16:creationId xmlns:a16="http://schemas.microsoft.com/office/drawing/2014/main" id="{1DEF67A0-EC7C-2430-3100-C7F7660426E2}"/>
              </a:ext>
            </a:extLst>
          </p:cNvPr>
          <p:cNvSpPr>
            <a:spLocks noGrp="1"/>
          </p:cNvSpPr>
          <p:nvPr>
            <p:ph type="ftr" sz="quarter" idx="11"/>
          </p:nvPr>
        </p:nvSpPr>
        <p:spPr/>
        <p:txBody>
          <a:bodyPr/>
          <a:lstStyle/>
          <a:p>
            <a:endParaRPr lang="pl-PL"/>
          </a:p>
        </p:txBody>
      </p:sp>
      <p:sp>
        <p:nvSpPr>
          <p:cNvPr id="6" name="Symbol zastępczy numeru slajdu 5">
            <a:extLst>
              <a:ext uri="{FF2B5EF4-FFF2-40B4-BE49-F238E27FC236}">
                <a16:creationId xmlns:a16="http://schemas.microsoft.com/office/drawing/2014/main" id="{CE8B8CAF-90E2-0A14-EB18-670E62A746BF}"/>
              </a:ext>
            </a:extLst>
          </p:cNvPr>
          <p:cNvSpPr>
            <a:spLocks noGrp="1"/>
          </p:cNvSpPr>
          <p:nvPr>
            <p:ph type="sldNum" sz="quarter" idx="12"/>
          </p:nvPr>
        </p:nvSpPr>
        <p:spPr/>
        <p:txBody>
          <a:bodyPr/>
          <a:lstStyle/>
          <a:p>
            <a:fld id="{0403B1A2-4F63-43AD-9172-6067F532E4B3}" type="slidenum">
              <a:rPr lang="pl-PL" smtClean="0"/>
              <a:t>‹#›</a:t>
            </a:fld>
            <a:endParaRPr lang="pl-PL"/>
          </a:p>
        </p:txBody>
      </p:sp>
    </p:spTree>
    <p:extLst>
      <p:ext uri="{BB962C8B-B14F-4D97-AF65-F5344CB8AC3E}">
        <p14:creationId xmlns:p14="http://schemas.microsoft.com/office/powerpoint/2010/main" val="42360205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ytuł pionowy i tekst">
    <p:spTree>
      <p:nvGrpSpPr>
        <p:cNvPr id="1" name=""/>
        <p:cNvGrpSpPr/>
        <p:nvPr/>
      </p:nvGrpSpPr>
      <p:grpSpPr>
        <a:xfrm>
          <a:off x="0" y="0"/>
          <a:ext cx="0" cy="0"/>
          <a:chOff x="0" y="0"/>
          <a:chExt cx="0" cy="0"/>
        </a:xfrm>
      </p:grpSpPr>
      <p:sp>
        <p:nvSpPr>
          <p:cNvPr id="2" name="Tytuł pionowy 1">
            <a:extLst>
              <a:ext uri="{FF2B5EF4-FFF2-40B4-BE49-F238E27FC236}">
                <a16:creationId xmlns:a16="http://schemas.microsoft.com/office/drawing/2014/main" id="{D9AD62C7-7F2B-6C7D-C10A-49A406073A57}"/>
              </a:ext>
            </a:extLst>
          </p:cNvPr>
          <p:cNvSpPr>
            <a:spLocks noGrp="1"/>
          </p:cNvSpPr>
          <p:nvPr>
            <p:ph type="title" orient="vert"/>
          </p:nvPr>
        </p:nvSpPr>
        <p:spPr>
          <a:xfrm>
            <a:off x="8724900" y="365125"/>
            <a:ext cx="2628900" cy="5811838"/>
          </a:xfrm>
        </p:spPr>
        <p:txBody>
          <a:bodyPr vert="eaVert"/>
          <a:lstStyle/>
          <a:p>
            <a:r>
              <a:rPr lang="pl-PL"/>
              <a:t>Kliknij, aby edytować styl</a:t>
            </a:r>
          </a:p>
        </p:txBody>
      </p:sp>
      <p:sp>
        <p:nvSpPr>
          <p:cNvPr id="3" name="Symbol zastępczy tytułu pionowego 2">
            <a:extLst>
              <a:ext uri="{FF2B5EF4-FFF2-40B4-BE49-F238E27FC236}">
                <a16:creationId xmlns:a16="http://schemas.microsoft.com/office/drawing/2014/main" id="{86CA55C2-6435-C828-0185-26BDEE23750E}"/>
              </a:ext>
            </a:extLst>
          </p:cNvPr>
          <p:cNvSpPr>
            <a:spLocks noGrp="1"/>
          </p:cNvSpPr>
          <p:nvPr>
            <p:ph type="body" orient="vert" idx="1"/>
          </p:nvPr>
        </p:nvSpPr>
        <p:spPr>
          <a:xfrm>
            <a:off x="838200" y="365125"/>
            <a:ext cx="7734300" cy="5811838"/>
          </a:xfrm>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a:extLst>
              <a:ext uri="{FF2B5EF4-FFF2-40B4-BE49-F238E27FC236}">
                <a16:creationId xmlns:a16="http://schemas.microsoft.com/office/drawing/2014/main" id="{EA21FCD3-5525-C8EC-7A8D-4075B0387483}"/>
              </a:ext>
            </a:extLst>
          </p:cNvPr>
          <p:cNvSpPr>
            <a:spLocks noGrp="1"/>
          </p:cNvSpPr>
          <p:nvPr>
            <p:ph type="dt" sz="half" idx="10"/>
          </p:nvPr>
        </p:nvSpPr>
        <p:spPr/>
        <p:txBody>
          <a:bodyPr/>
          <a:lstStyle/>
          <a:p>
            <a:fld id="{3C3BECE3-6DB1-45BE-8DF9-60648B3FFDB6}" type="datetimeFigureOut">
              <a:rPr lang="pl-PL" smtClean="0"/>
              <a:t>26.09.2026</a:t>
            </a:fld>
            <a:endParaRPr lang="pl-PL"/>
          </a:p>
        </p:txBody>
      </p:sp>
      <p:sp>
        <p:nvSpPr>
          <p:cNvPr id="5" name="Symbol zastępczy stopki 4">
            <a:extLst>
              <a:ext uri="{FF2B5EF4-FFF2-40B4-BE49-F238E27FC236}">
                <a16:creationId xmlns:a16="http://schemas.microsoft.com/office/drawing/2014/main" id="{FA94A5C5-28E9-2953-8DC6-7467CBD8B910}"/>
              </a:ext>
            </a:extLst>
          </p:cNvPr>
          <p:cNvSpPr>
            <a:spLocks noGrp="1"/>
          </p:cNvSpPr>
          <p:nvPr>
            <p:ph type="ftr" sz="quarter" idx="11"/>
          </p:nvPr>
        </p:nvSpPr>
        <p:spPr/>
        <p:txBody>
          <a:bodyPr/>
          <a:lstStyle/>
          <a:p>
            <a:endParaRPr lang="pl-PL"/>
          </a:p>
        </p:txBody>
      </p:sp>
      <p:sp>
        <p:nvSpPr>
          <p:cNvPr id="6" name="Symbol zastępczy numeru slajdu 5">
            <a:extLst>
              <a:ext uri="{FF2B5EF4-FFF2-40B4-BE49-F238E27FC236}">
                <a16:creationId xmlns:a16="http://schemas.microsoft.com/office/drawing/2014/main" id="{E656DA24-61A4-1892-3B4F-DE43B912A438}"/>
              </a:ext>
            </a:extLst>
          </p:cNvPr>
          <p:cNvSpPr>
            <a:spLocks noGrp="1"/>
          </p:cNvSpPr>
          <p:nvPr>
            <p:ph type="sldNum" sz="quarter" idx="12"/>
          </p:nvPr>
        </p:nvSpPr>
        <p:spPr/>
        <p:txBody>
          <a:bodyPr/>
          <a:lstStyle/>
          <a:p>
            <a:fld id="{0403B1A2-4F63-43AD-9172-6067F532E4B3}" type="slidenum">
              <a:rPr lang="pl-PL" smtClean="0"/>
              <a:t>‹#›</a:t>
            </a:fld>
            <a:endParaRPr lang="pl-PL"/>
          </a:p>
        </p:txBody>
      </p:sp>
    </p:spTree>
    <p:extLst>
      <p:ext uri="{BB962C8B-B14F-4D97-AF65-F5344CB8AC3E}">
        <p14:creationId xmlns:p14="http://schemas.microsoft.com/office/powerpoint/2010/main" val="38555310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ymbol zastępczy tytułu 1">
            <a:extLst>
              <a:ext uri="{FF2B5EF4-FFF2-40B4-BE49-F238E27FC236}">
                <a16:creationId xmlns:a16="http://schemas.microsoft.com/office/drawing/2014/main" id="{C2013057-C57F-B57B-2E25-1B75750018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l-PL"/>
              <a:t>Kliknij, aby edytować styl</a:t>
            </a:r>
          </a:p>
        </p:txBody>
      </p:sp>
      <p:sp>
        <p:nvSpPr>
          <p:cNvPr id="3" name="Symbol zastępczy tekstu 2">
            <a:extLst>
              <a:ext uri="{FF2B5EF4-FFF2-40B4-BE49-F238E27FC236}">
                <a16:creationId xmlns:a16="http://schemas.microsoft.com/office/drawing/2014/main" id="{E1552F79-805D-1536-37E0-B5C96128D37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a:extLst>
              <a:ext uri="{FF2B5EF4-FFF2-40B4-BE49-F238E27FC236}">
                <a16:creationId xmlns:a16="http://schemas.microsoft.com/office/drawing/2014/main" id="{0E72C871-0B49-C59F-EFA0-E9E7F66947F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C3BECE3-6DB1-45BE-8DF9-60648B3FFDB6}" type="datetimeFigureOut">
              <a:rPr lang="pl-PL" smtClean="0"/>
              <a:t>26.09.2026</a:t>
            </a:fld>
            <a:endParaRPr lang="pl-PL"/>
          </a:p>
        </p:txBody>
      </p:sp>
      <p:sp>
        <p:nvSpPr>
          <p:cNvPr id="5" name="Symbol zastępczy stopki 4">
            <a:extLst>
              <a:ext uri="{FF2B5EF4-FFF2-40B4-BE49-F238E27FC236}">
                <a16:creationId xmlns:a16="http://schemas.microsoft.com/office/drawing/2014/main" id="{3C4A72A2-0B53-BAFD-1477-52CB425FDAA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pl-PL"/>
          </a:p>
        </p:txBody>
      </p:sp>
      <p:sp>
        <p:nvSpPr>
          <p:cNvPr id="6" name="Symbol zastępczy numeru slajdu 5">
            <a:extLst>
              <a:ext uri="{FF2B5EF4-FFF2-40B4-BE49-F238E27FC236}">
                <a16:creationId xmlns:a16="http://schemas.microsoft.com/office/drawing/2014/main" id="{1D946CCF-3CE3-69B2-168E-C12AF4A0619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403B1A2-4F63-43AD-9172-6067F532E4B3}" type="slidenum">
              <a:rPr lang="pl-PL" smtClean="0"/>
              <a:t>‹#›</a:t>
            </a:fld>
            <a:endParaRPr lang="pl-PL"/>
          </a:p>
        </p:txBody>
      </p:sp>
    </p:spTree>
    <p:extLst>
      <p:ext uri="{BB962C8B-B14F-4D97-AF65-F5344CB8AC3E}">
        <p14:creationId xmlns:p14="http://schemas.microsoft.com/office/powerpoint/2010/main" val="8058726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5CD6F0AD-8792-6C0F-A620-8B1A8E826B72}"/>
              </a:ext>
            </a:extLst>
          </p:cNvPr>
          <p:cNvSpPr>
            <a:spLocks noGrp="1"/>
          </p:cNvSpPr>
          <p:nvPr>
            <p:ph type="ctrTitle"/>
          </p:nvPr>
        </p:nvSpPr>
        <p:spPr/>
        <p:txBody>
          <a:bodyPr/>
          <a:lstStyle/>
          <a:p>
            <a:r>
              <a:rPr lang="pl-PL" dirty="0"/>
              <a:t>Starożytny Rzym</a:t>
            </a:r>
          </a:p>
        </p:txBody>
      </p:sp>
    </p:spTree>
    <p:extLst>
      <p:ext uri="{BB962C8B-B14F-4D97-AF65-F5344CB8AC3E}">
        <p14:creationId xmlns:p14="http://schemas.microsoft.com/office/powerpoint/2010/main" val="34038738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B4755A74-EB56-C3E7-F5DE-1FAFA2CDE3DB}"/>
              </a:ext>
            </a:extLst>
          </p:cNvPr>
          <p:cNvSpPr>
            <a:spLocks noGrp="1"/>
          </p:cNvSpPr>
          <p:nvPr>
            <p:ph type="title"/>
          </p:nvPr>
        </p:nvSpPr>
        <p:spPr>
          <a:xfrm>
            <a:off x="838200" y="365125"/>
            <a:ext cx="10515600" cy="996747"/>
          </a:xfrm>
        </p:spPr>
        <p:txBody>
          <a:bodyPr>
            <a:normAutofit/>
          </a:bodyPr>
          <a:lstStyle/>
          <a:p>
            <a:r>
              <a:rPr lang="pl-PL" sz="4800" dirty="0"/>
              <a:t>Początki</a:t>
            </a:r>
          </a:p>
        </p:txBody>
      </p:sp>
      <p:sp>
        <p:nvSpPr>
          <p:cNvPr id="3" name="Symbol zastępczy zawartości 2">
            <a:extLst>
              <a:ext uri="{FF2B5EF4-FFF2-40B4-BE49-F238E27FC236}">
                <a16:creationId xmlns:a16="http://schemas.microsoft.com/office/drawing/2014/main" id="{01F211D1-BA42-25BE-DE7E-58A625F24F44}"/>
              </a:ext>
            </a:extLst>
          </p:cNvPr>
          <p:cNvSpPr>
            <a:spLocks noGrp="1"/>
          </p:cNvSpPr>
          <p:nvPr>
            <p:ph idx="1"/>
          </p:nvPr>
        </p:nvSpPr>
        <p:spPr>
          <a:xfrm>
            <a:off x="838200" y="1361872"/>
            <a:ext cx="10515600" cy="2067127"/>
          </a:xfrm>
        </p:spPr>
        <p:txBody>
          <a:bodyPr>
            <a:normAutofit/>
          </a:bodyPr>
          <a:lstStyle/>
          <a:p>
            <a:pPr marL="0" indent="0" algn="just">
              <a:buNone/>
            </a:pPr>
            <a:r>
              <a:rPr lang="pl-PL" dirty="0"/>
              <a:t>Bardzo mało wiemy o początkach starożytnego Rzymu. Według historyków data założenia Rzymu w 753 roku p.n.e. to tylko legenda i nie da się jej udowodnić. Tak naprawdę nie wiemy, kiedy założono Rzym. To dlatego, że nie zachowały się żadne teksty z tamtego okresu.</a:t>
            </a:r>
          </a:p>
        </p:txBody>
      </p:sp>
    </p:spTree>
    <p:extLst>
      <p:ext uri="{BB962C8B-B14F-4D97-AF65-F5344CB8AC3E}">
        <p14:creationId xmlns:p14="http://schemas.microsoft.com/office/powerpoint/2010/main" val="18787384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151DC012-7D2A-C16E-79E9-66D783F58D75}"/>
              </a:ext>
            </a:extLst>
          </p:cNvPr>
          <p:cNvSpPr>
            <a:spLocks noGrp="1"/>
          </p:cNvSpPr>
          <p:nvPr>
            <p:ph type="title"/>
          </p:nvPr>
        </p:nvSpPr>
        <p:spPr>
          <a:xfrm>
            <a:off x="761800" y="591179"/>
            <a:ext cx="2642881" cy="2463306"/>
          </a:xfrm>
        </p:spPr>
        <p:txBody>
          <a:bodyPr anchor="ctr">
            <a:normAutofit fontScale="90000"/>
          </a:bodyPr>
          <a:lstStyle/>
          <a:p>
            <a:r>
              <a:rPr lang="pl-PL" sz="4800" dirty="0"/>
              <a:t>Legenda o założeniu Rzymu</a:t>
            </a:r>
          </a:p>
        </p:txBody>
      </p:sp>
      <p:sp>
        <p:nvSpPr>
          <p:cNvPr id="3" name="Symbol zastępczy zawartości 2">
            <a:extLst>
              <a:ext uri="{FF2B5EF4-FFF2-40B4-BE49-F238E27FC236}">
                <a16:creationId xmlns:a16="http://schemas.microsoft.com/office/drawing/2014/main" id="{4084EF04-F4FD-2DAA-6FEB-152C07049A4F}"/>
              </a:ext>
            </a:extLst>
          </p:cNvPr>
          <p:cNvSpPr>
            <a:spLocks noGrp="1"/>
          </p:cNvSpPr>
          <p:nvPr>
            <p:ph idx="1"/>
          </p:nvPr>
        </p:nvSpPr>
        <p:spPr>
          <a:xfrm>
            <a:off x="663192" y="4931923"/>
            <a:ext cx="11107276" cy="1689941"/>
          </a:xfrm>
        </p:spPr>
        <p:txBody>
          <a:bodyPr anchor="ctr">
            <a:normAutofit fontScale="77500" lnSpcReduction="20000"/>
          </a:bodyPr>
          <a:lstStyle/>
          <a:p>
            <a:pPr marL="0" indent="0">
              <a:buNone/>
            </a:pPr>
            <a:r>
              <a:rPr lang="pl-PL" dirty="0"/>
              <a:t>Legenda o założeniu Rzymu mówi, że Rea, kapłanka, której nie wolno było mieć dzieci, zaszła w ciążę z bogiem wojny Marsem. Gdy urodziła bliźniaki, wrzucono je w wiklinowym koszu do lokalnej rzeki o nazwie </a:t>
            </a:r>
            <a:r>
              <a:rPr lang="pl-PL" dirty="0" err="1"/>
              <a:t>Tybr</a:t>
            </a:r>
            <a:r>
              <a:rPr lang="pl-PL" dirty="0"/>
              <a:t>. Dzieci o imionach Romulus i Remus przeżyły, bo wykarmiła je wilczyca o imieniu Lupa. Gdy chłopcy dorośli, postanowili założyć własne miasto. Podczas jego zakładania pokłócili się jednak i Romulus zabił Remusa. Miasto nazwano Roma (po polsku: Rzym), od imienia Romulusa.</a:t>
            </a:r>
          </a:p>
        </p:txBody>
      </p:sp>
      <p:pic>
        <p:nvPicPr>
          <p:cNvPr id="4" name="Obraz 3" descr="Romulus i Remus – Wikipedia, wolna encyklopedia">
            <a:extLst>
              <a:ext uri="{FF2B5EF4-FFF2-40B4-BE49-F238E27FC236}">
                <a16:creationId xmlns:a16="http://schemas.microsoft.com/office/drawing/2014/main" id="{E5F1368A-354E-4A64-D1F0-07300949F557}"/>
              </a:ext>
            </a:extLst>
          </p:cNvPr>
          <p:cNvPicPr>
            <a:picLocks noChangeAspect="1"/>
          </p:cNvPicPr>
          <p:nvPr/>
        </p:nvPicPr>
        <p:blipFill>
          <a:blip r:embed="rId3"/>
          <a:srcRect l="4479" t="4444" r="5383" b="15081"/>
          <a:stretch>
            <a:fillRect/>
          </a:stretch>
        </p:blipFill>
        <p:spPr>
          <a:xfrm>
            <a:off x="3693472" y="0"/>
            <a:ext cx="8498528" cy="4931923"/>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12042868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01C86EA5-3C21-011F-B2C8-CA9303019CBF}"/>
              </a:ext>
            </a:extLst>
          </p:cNvPr>
          <p:cNvSpPr>
            <a:spLocks noGrp="1"/>
          </p:cNvSpPr>
          <p:nvPr>
            <p:ph type="title"/>
          </p:nvPr>
        </p:nvSpPr>
        <p:spPr>
          <a:xfrm>
            <a:off x="761803" y="123070"/>
            <a:ext cx="5334197" cy="1708242"/>
          </a:xfrm>
        </p:spPr>
        <p:txBody>
          <a:bodyPr anchor="ctr">
            <a:normAutofit/>
          </a:bodyPr>
          <a:lstStyle/>
          <a:p>
            <a:r>
              <a:rPr lang="pl-PL" sz="4000" dirty="0"/>
              <a:t>Królestwo Rzymu</a:t>
            </a:r>
          </a:p>
        </p:txBody>
      </p:sp>
      <p:sp>
        <p:nvSpPr>
          <p:cNvPr id="3" name="Symbol zastępczy zawartości 2">
            <a:extLst>
              <a:ext uri="{FF2B5EF4-FFF2-40B4-BE49-F238E27FC236}">
                <a16:creationId xmlns:a16="http://schemas.microsoft.com/office/drawing/2014/main" id="{875C97A8-48CD-07A2-A6A0-F52E4FD0AB1F}"/>
              </a:ext>
            </a:extLst>
          </p:cNvPr>
          <p:cNvSpPr>
            <a:spLocks noGrp="1"/>
          </p:cNvSpPr>
          <p:nvPr>
            <p:ph idx="1"/>
          </p:nvPr>
        </p:nvSpPr>
        <p:spPr>
          <a:xfrm>
            <a:off x="761801" y="1215957"/>
            <a:ext cx="4898772" cy="5518973"/>
          </a:xfrm>
        </p:spPr>
        <p:txBody>
          <a:bodyPr anchor="ctr">
            <a:normAutofit/>
          </a:bodyPr>
          <a:lstStyle/>
          <a:p>
            <a:pPr marL="0" indent="0">
              <a:buNone/>
            </a:pPr>
            <a:r>
              <a:rPr lang="pl-PL" dirty="0"/>
              <a:t>Po Romulusie Rzymem miało rządzić siedmiu królów. Ostatni z nich, król o imieniu Tarkwiniusz okazał się być złym władcą i został wygnany z miasta. Wtedy ustanowiono Republikę, czyli ustrój, w którym miastem zarządzali wybierani w głosowaniach urzędnicy. Rządy królów to jednak też tylko legenda. O tym okresie nie wiemy prawie nic.</a:t>
            </a:r>
          </a:p>
        </p:txBody>
      </p:sp>
      <p:pic>
        <p:nvPicPr>
          <p:cNvPr id="4" name="Obraz 3" descr="Ilustracja">
            <a:extLst>
              <a:ext uri="{FF2B5EF4-FFF2-40B4-BE49-F238E27FC236}">
                <a16:creationId xmlns:a16="http://schemas.microsoft.com/office/drawing/2014/main" id="{2AD09134-E329-DD43-D713-706F0D0B2887}"/>
              </a:ext>
            </a:extLst>
          </p:cNvPr>
          <p:cNvPicPr>
            <a:picLocks noChangeAspect="1"/>
          </p:cNvPicPr>
          <p:nvPr/>
        </p:nvPicPr>
        <p:blipFill>
          <a:blip r:embed="rId2"/>
          <a:srcRect l="5439" t="-481" r="3238" b="479"/>
          <a:stretch>
            <a:fillRect/>
          </a:stretch>
        </p:blipFill>
        <p:spPr>
          <a:xfrm>
            <a:off x="5791200" y="-10886"/>
            <a:ext cx="6400800" cy="6868886"/>
          </a:xfrm>
          <a:prstGeom prst="rect">
            <a:avLst/>
          </a:prstGeom>
          <a:effectLst>
            <a:outerShdw blurRad="127000" dist="50800" dir="10800000" sx="99000" sy="99000" algn="r" rotWithShape="0">
              <a:prstClr val="black">
                <a:alpha val="40000"/>
              </a:prstClr>
            </a:outerShdw>
          </a:effectLst>
        </p:spPr>
      </p:pic>
      <p:sp>
        <p:nvSpPr>
          <p:cNvPr id="5" name="Strzałka: w prawo 4">
            <a:extLst>
              <a:ext uri="{FF2B5EF4-FFF2-40B4-BE49-F238E27FC236}">
                <a16:creationId xmlns:a16="http://schemas.microsoft.com/office/drawing/2014/main" id="{743824C6-4373-A370-1652-335377B5E8E7}"/>
              </a:ext>
            </a:extLst>
          </p:cNvPr>
          <p:cNvSpPr/>
          <p:nvPr/>
        </p:nvSpPr>
        <p:spPr>
          <a:xfrm>
            <a:off x="3706239" y="5887532"/>
            <a:ext cx="3413484" cy="1118681"/>
          </a:xfrm>
          <a:prstGeom prst="rightArrow">
            <a:avLst>
              <a:gd name="adj1" fmla="val 50000"/>
              <a:gd name="adj2" fmla="val 8913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l-PL" dirty="0"/>
              <a:t>Tak podobno wyglądał Tarkwiniusz</a:t>
            </a:r>
          </a:p>
        </p:txBody>
      </p:sp>
    </p:spTree>
    <p:extLst>
      <p:ext uri="{BB962C8B-B14F-4D97-AF65-F5344CB8AC3E}">
        <p14:creationId xmlns:p14="http://schemas.microsoft.com/office/powerpoint/2010/main" val="9460567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42467647-0759-10D1-424B-B1420C568876}"/>
              </a:ext>
            </a:extLst>
          </p:cNvPr>
          <p:cNvSpPr>
            <a:spLocks noGrp="1"/>
          </p:cNvSpPr>
          <p:nvPr>
            <p:ph type="title"/>
          </p:nvPr>
        </p:nvSpPr>
        <p:spPr/>
        <p:txBody>
          <a:bodyPr>
            <a:normAutofit/>
          </a:bodyPr>
          <a:lstStyle/>
          <a:p>
            <a:r>
              <a:rPr lang="pl-PL" sz="4800" dirty="0"/>
              <a:t>Republika Rzymu</a:t>
            </a:r>
          </a:p>
        </p:txBody>
      </p:sp>
      <p:sp>
        <p:nvSpPr>
          <p:cNvPr id="3" name="Symbol zastępczy zawartości 2">
            <a:extLst>
              <a:ext uri="{FF2B5EF4-FFF2-40B4-BE49-F238E27FC236}">
                <a16:creationId xmlns:a16="http://schemas.microsoft.com/office/drawing/2014/main" id="{D5E18F94-F5E0-C2C5-4084-FD3C1774D2C7}"/>
              </a:ext>
            </a:extLst>
          </p:cNvPr>
          <p:cNvSpPr>
            <a:spLocks noGrp="1"/>
          </p:cNvSpPr>
          <p:nvPr>
            <p:ph idx="1"/>
          </p:nvPr>
        </p:nvSpPr>
        <p:spPr>
          <a:xfrm>
            <a:off x="838200" y="1825625"/>
            <a:ext cx="5257800" cy="4351338"/>
          </a:xfrm>
        </p:spPr>
        <p:txBody>
          <a:bodyPr/>
          <a:lstStyle/>
          <a:p>
            <a:pPr marL="0" indent="0">
              <a:buNone/>
            </a:pPr>
            <a:r>
              <a:rPr lang="pl-PL" dirty="0"/>
              <a:t>Republika była systemem, w którym obywatele wybierali urzędników, którzy rządzili państwem. Gdy urzędnik okazywał się być zły, w następnych wyborach wybierano innego. Taki ustrój przetrwał ponad 400 lat, bo był sprawiedliwy i sprawiał, że mądrzy ludzie mieli duże szanse zostać urzędnikami.</a:t>
            </a:r>
          </a:p>
        </p:txBody>
      </p:sp>
      <p:pic>
        <p:nvPicPr>
          <p:cNvPr id="5" name="Obraz 4">
            <a:extLst>
              <a:ext uri="{FF2B5EF4-FFF2-40B4-BE49-F238E27FC236}">
                <a16:creationId xmlns:a16="http://schemas.microsoft.com/office/drawing/2014/main" id="{3E6427FD-4CD9-1378-B359-030E0CF59697}"/>
              </a:ext>
            </a:extLst>
          </p:cNvPr>
          <p:cNvPicPr>
            <a:picLocks noChangeAspect="1"/>
          </p:cNvPicPr>
          <p:nvPr/>
        </p:nvPicPr>
        <p:blipFill>
          <a:blip r:embed="rId2"/>
          <a:srcRect r="31884"/>
          <a:stretch>
            <a:fillRect/>
          </a:stretch>
        </p:blipFill>
        <p:spPr>
          <a:xfrm>
            <a:off x="6096000" y="1471398"/>
            <a:ext cx="5700765" cy="5021477"/>
          </a:xfrm>
          <a:prstGeom prst="rect">
            <a:avLst/>
          </a:prstGeom>
        </p:spPr>
      </p:pic>
      <p:sp>
        <p:nvSpPr>
          <p:cNvPr id="6" name="Strzałka: w dół 5">
            <a:extLst>
              <a:ext uri="{FF2B5EF4-FFF2-40B4-BE49-F238E27FC236}">
                <a16:creationId xmlns:a16="http://schemas.microsoft.com/office/drawing/2014/main" id="{A5DC8465-FF28-7ED0-199B-59FB80AC5B82}"/>
              </a:ext>
            </a:extLst>
          </p:cNvPr>
          <p:cNvSpPr/>
          <p:nvPr/>
        </p:nvSpPr>
        <p:spPr>
          <a:xfrm>
            <a:off x="7672058" y="653442"/>
            <a:ext cx="817123" cy="2344366"/>
          </a:xfrm>
          <a:prstGeom prst="down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7" name="pole tekstowe 6">
            <a:extLst>
              <a:ext uri="{FF2B5EF4-FFF2-40B4-BE49-F238E27FC236}">
                <a16:creationId xmlns:a16="http://schemas.microsoft.com/office/drawing/2014/main" id="{42F03479-530C-68F8-3B55-83CD287AEAD1}"/>
              </a:ext>
            </a:extLst>
          </p:cNvPr>
          <p:cNvSpPr txBox="1"/>
          <p:nvPr/>
        </p:nvSpPr>
        <p:spPr>
          <a:xfrm>
            <a:off x="6096000" y="59798"/>
            <a:ext cx="4880399" cy="923330"/>
          </a:xfrm>
          <a:prstGeom prst="rect">
            <a:avLst/>
          </a:prstGeom>
          <a:noFill/>
        </p:spPr>
        <p:txBody>
          <a:bodyPr wrap="square" rtlCol="0">
            <a:spAutoFit/>
          </a:bodyPr>
          <a:lstStyle/>
          <a:p>
            <a:r>
              <a:rPr lang="pl-PL" dirty="0"/>
              <a:t>To jest Senat. W senacie specjalni urzędnicy, senatorzy, podejmowali najważniejsze decyzje, głosując </a:t>
            </a:r>
          </a:p>
        </p:txBody>
      </p:sp>
    </p:spTree>
    <p:extLst>
      <p:ext uri="{BB962C8B-B14F-4D97-AF65-F5344CB8AC3E}">
        <p14:creationId xmlns:p14="http://schemas.microsoft.com/office/powerpoint/2010/main" val="41752866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B54130FA-8C49-4F5A-98A5-018040ED10A3}"/>
              </a:ext>
            </a:extLst>
          </p:cNvPr>
          <p:cNvSpPr>
            <a:spLocks noGrp="1"/>
          </p:cNvSpPr>
          <p:nvPr>
            <p:ph type="title"/>
          </p:nvPr>
        </p:nvSpPr>
        <p:spPr>
          <a:xfrm>
            <a:off x="640080" y="325369"/>
            <a:ext cx="4368602" cy="1956841"/>
          </a:xfrm>
        </p:spPr>
        <p:txBody>
          <a:bodyPr anchor="b">
            <a:normAutofit/>
          </a:bodyPr>
          <a:lstStyle/>
          <a:p>
            <a:r>
              <a:rPr lang="pl-PL" sz="5400"/>
              <a:t>Upadek Republiki</a:t>
            </a:r>
          </a:p>
        </p:txBody>
      </p:sp>
      <p:sp>
        <p:nvSpPr>
          <p:cNvPr id="11"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ymbol zastępczy zawartości 2">
            <a:extLst>
              <a:ext uri="{FF2B5EF4-FFF2-40B4-BE49-F238E27FC236}">
                <a16:creationId xmlns:a16="http://schemas.microsoft.com/office/drawing/2014/main" id="{1F3716CE-F82B-46E8-47DC-D81B511EB21E}"/>
              </a:ext>
            </a:extLst>
          </p:cNvPr>
          <p:cNvSpPr>
            <a:spLocks noGrp="1"/>
          </p:cNvSpPr>
          <p:nvPr>
            <p:ph idx="1"/>
          </p:nvPr>
        </p:nvSpPr>
        <p:spPr>
          <a:xfrm>
            <a:off x="379380" y="2872899"/>
            <a:ext cx="4824918" cy="3659732"/>
          </a:xfrm>
        </p:spPr>
        <p:txBody>
          <a:bodyPr>
            <a:normAutofit/>
          </a:bodyPr>
          <a:lstStyle/>
          <a:p>
            <a:pPr marL="0" indent="0">
              <a:buNone/>
            </a:pPr>
            <a:r>
              <a:rPr lang="pl-PL" sz="2400" dirty="0"/>
              <a:t>Republika Rzymska upadła, gdy zdolny polityk Juliusz Cezar zmusił senatorów do przyznania mu pełnej władzy nad państwem. Cezar przeprowadził wiele korzystnych dla społeczeństwa reform, ale mimo tego jego władza nie podobała się senatorom. Wkrótce przeprowadzono spisek i zamordowano go w 44 p.n.e. </a:t>
            </a:r>
          </a:p>
        </p:txBody>
      </p:sp>
      <p:pic>
        <p:nvPicPr>
          <p:cNvPr id="4" name="Obraz 3" descr="Gajusz Juliusz Cezar – Wikipedia, wolna encyklopedia">
            <a:extLst>
              <a:ext uri="{FF2B5EF4-FFF2-40B4-BE49-F238E27FC236}">
                <a16:creationId xmlns:a16="http://schemas.microsoft.com/office/drawing/2014/main" id="{560C8BD6-D252-7F8F-03F6-CB2BDBEDF452}"/>
              </a:ext>
            </a:extLst>
          </p:cNvPr>
          <p:cNvPicPr>
            <a:picLocks noChangeAspect="1"/>
          </p:cNvPicPr>
          <p:nvPr/>
        </p:nvPicPr>
        <p:blipFill>
          <a:blip r:embed="rId2"/>
          <a:srcRect t="111" r="-1" b="26610"/>
          <a:stretch>
            <a:fillRect/>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
        <p:nvSpPr>
          <p:cNvPr id="5" name="Strzałka: w prawo 4">
            <a:extLst>
              <a:ext uri="{FF2B5EF4-FFF2-40B4-BE49-F238E27FC236}">
                <a16:creationId xmlns:a16="http://schemas.microsoft.com/office/drawing/2014/main" id="{5BE5E603-F3CA-3A59-5F0B-F342EC51AC8B}"/>
              </a:ext>
            </a:extLst>
          </p:cNvPr>
          <p:cNvSpPr/>
          <p:nvPr/>
        </p:nvSpPr>
        <p:spPr>
          <a:xfrm>
            <a:off x="4531564" y="5621973"/>
            <a:ext cx="3125823" cy="123602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l-PL" sz="2000" dirty="0"/>
              <a:t>Juliusz Cezar</a:t>
            </a:r>
          </a:p>
        </p:txBody>
      </p:sp>
    </p:spTree>
    <p:extLst>
      <p:ext uri="{BB962C8B-B14F-4D97-AF65-F5344CB8AC3E}">
        <p14:creationId xmlns:p14="http://schemas.microsoft.com/office/powerpoint/2010/main" val="8264006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58AC021A-CA6C-A40A-3D92-60881A1E5CBC}"/>
              </a:ext>
            </a:extLst>
          </p:cNvPr>
          <p:cNvSpPr>
            <a:spLocks noGrp="1"/>
          </p:cNvSpPr>
          <p:nvPr>
            <p:ph type="title"/>
          </p:nvPr>
        </p:nvSpPr>
        <p:spPr>
          <a:xfrm>
            <a:off x="640080" y="325369"/>
            <a:ext cx="4368602" cy="1956841"/>
          </a:xfrm>
        </p:spPr>
        <p:txBody>
          <a:bodyPr anchor="b">
            <a:normAutofit/>
          </a:bodyPr>
          <a:lstStyle/>
          <a:p>
            <a:r>
              <a:rPr lang="pl-PL" sz="5400"/>
              <a:t>Początki Cesarstwa</a:t>
            </a:r>
          </a:p>
        </p:txBody>
      </p:sp>
      <p:sp>
        <p:nvSpPr>
          <p:cNvPr id="11"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ymbol zastępczy zawartości 2">
            <a:extLst>
              <a:ext uri="{FF2B5EF4-FFF2-40B4-BE49-F238E27FC236}">
                <a16:creationId xmlns:a16="http://schemas.microsoft.com/office/drawing/2014/main" id="{C4FF4BCD-F605-F77E-05CA-AF3D760E2A15}"/>
              </a:ext>
            </a:extLst>
          </p:cNvPr>
          <p:cNvSpPr>
            <a:spLocks noGrp="1"/>
          </p:cNvSpPr>
          <p:nvPr>
            <p:ph idx="1"/>
          </p:nvPr>
        </p:nvSpPr>
        <p:spPr>
          <a:xfrm>
            <a:off x="389106" y="2872899"/>
            <a:ext cx="4805464" cy="3659732"/>
          </a:xfrm>
        </p:spPr>
        <p:txBody>
          <a:bodyPr>
            <a:normAutofit/>
          </a:bodyPr>
          <a:lstStyle/>
          <a:p>
            <a:pPr marL="0" indent="0">
              <a:buNone/>
            </a:pPr>
            <a:r>
              <a:rPr lang="pl-PL" dirty="0"/>
              <a:t>Po śmierci Juliusza Cezara władzę przejął jego adoptowany syn Oktawian, któremu nadano pseudonim August. Oktawian panował bardzo długo i przyjmuje się, że był on pierwszym </a:t>
            </a:r>
            <a:r>
              <a:rPr lang="pl-PL" b="1" dirty="0"/>
              <a:t>cesarzem Rzymu</a:t>
            </a:r>
            <a:r>
              <a:rPr lang="pl-PL" dirty="0"/>
              <a:t>.</a:t>
            </a:r>
          </a:p>
        </p:txBody>
      </p:sp>
      <p:pic>
        <p:nvPicPr>
          <p:cNvPr id="4" name="Obraz 3" descr="Oktawian August – Wikipedia, wolna encyklopedia">
            <a:extLst>
              <a:ext uri="{FF2B5EF4-FFF2-40B4-BE49-F238E27FC236}">
                <a16:creationId xmlns:a16="http://schemas.microsoft.com/office/drawing/2014/main" id="{4A192A2C-8E23-3182-DDB6-C8452EBF6690}"/>
              </a:ext>
            </a:extLst>
          </p:cNvPr>
          <p:cNvPicPr>
            <a:picLocks noChangeAspect="1"/>
          </p:cNvPicPr>
          <p:nvPr/>
        </p:nvPicPr>
        <p:blipFill>
          <a:blip r:embed="rId2"/>
          <a:srcRect t="5368" b="25589"/>
          <a:stretch>
            <a:fillRect/>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11403580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BA5BE8F2-B978-2CE8-5AE5-B39B2036C6F5}"/>
              </a:ext>
            </a:extLst>
          </p:cNvPr>
          <p:cNvSpPr>
            <a:spLocks noGrp="1"/>
          </p:cNvSpPr>
          <p:nvPr>
            <p:ph type="title"/>
          </p:nvPr>
        </p:nvSpPr>
        <p:spPr/>
        <p:txBody>
          <a:bodyPr/>
          <a:lstStyle/>
          <a:p>
            <a:r>
              <a:rPr lang="pl-PL" dirty="0"/>
              <a:t>Wielkie Cesarstwo</a:t>
            </a:r>
          </a:p>
        </p:txBody>
      </p:sp>
      <p:sp>
        <p:nvSpPr>
          <p:cNvPr id="3" name="Symbol zastępczy zawartości 2">
            <a:extLst>
              <a:ext uri="{FF2B5EF4-FFF2-40B4-BE49-F238E27FC236}">
                <a16:creationId xmlns:a16="http://schemas.microsoft.com/office/drawing/2014/main" id="{62A8FD92-19B4-E5C0-B795-AABEE57456E5}"/>
              </a:ext>
            </a:extLst>
          </p:cNvPr>
          <p:cNvSpPr>
            <a:spLocks noGrp="1"/>
          </p:cNvSpPr>
          <p:nvPr>
            <p:ph idx="1"/>
          </p:nvPr>
        </p:nvSpPr>
        <p:spPr>
          <a:xfrm>
            <a:off x="282101" y="1690688"/>
            <a:ext cx="3939703" cy="4802187"/>
          </a:xfrm>
        </p:spPr>
        <p:txBody>
          <a:bodyPr>
            <a:normAutofit fontScale="85000" lnSpcReduction="10000"/>
          </a:bodyPr>
          <a:lstStyle/>
          <a:p>
            <a:pPr marL="0" indent="0">
              <a:buNone/>
            </a:pPr>
            <a:r>
              <a:rPr lang="pl-PL" dirty="0"/>
              <a:t>Po Oktawianie Auguście Rzymem rządziło wielu cesarzy, zarówno dobrych, jak i złych. Tych dobrych było jednak więcej, dzięki czemu państwo stale rosło, aż na przełomie I </a:t>
            </a:r>
            <a:r>
              <a:rPr lang="pl-PL" dirty="0" err="1"/>
              <a:t>i</a:t>
            </a:r>
            <a:r>
              <a:rPr lang="pl-PL" dirty="0"/>
              <a:t> II wieku naszej ery osiągnęło szczyt potęgi. Było wielkie i bardzo potężne. Pozostawiło po sobie trwały ślad – wiele sławnych budowli, drogi, kodeksy prawne i język łaciński, którym mówiono przez następne kilkaset lat.</a:t>
            </a:r>
          </a:p>
        </p:txBody>
      </p:sp>
      <p:pic>
        <p:nvPicPr>
          <p:cNvPr id="4" name="Obraz 3" descr="File:Roman Empire Trajan 117AD.png - Wikimedia Commons">
            <a:extLst>
              <a:ext uri="{FF2B5EF4-FFF2-40B4-BE49-F238E27FC236}">
                <a16:creationId xmlns:a16="http://schemas.microsoft.com/office/drawing/2014/main" id="{B2BB37BD-68B5-55CA-AA3D-46CF5912F778}"/>
              </a:ext>
            </a:extLst>
          </p:cNvPr>
          <p:cNvPicPr>
            <a:picLocks noChangeAspect="1"/>
          </p:cNvPicPr>
          <p:nvPr/>
        </p:nvPicPr>
        <p:blipFill>
          <a:blip r:embed="rId2"/>
          <a:srcRect t="2891" r="2839" b="2168"/>
          <a:stretch>
            <a:fillRect/>
          </a:stretch>
        </p:blipFill>
        <p:spPr>
          <a:xfrm>
            <a:off x="4063840" y="1498059"/>
            <a:ext cx="7846058" cy="4883285"/>
          </a:xfrm>
          <a:prstGeom prst="rect">
            <a:avLst/>
          </a:prstGeom>
        </p:spPr>
      </p:pic>
    </p:spTree>
    <p:extLst>
      <p:ext uri="{BB962C8B-B14F-4D97-AF65-F5344CB8AC3E}">
        <p14:creationId xmlns:p14="http://schemas.microsoft.com/office/powerpoint/2010/main" val="41025304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3E7B05CB-4C75-1F5C-1F51-07EADC078FA7}"/>
              </a:ext>
            </a:extLst>
          </p:cNvPr>
          <p:cNvSpPr>
            <a:spLocks noGrp="1"/>
          </p:cNvSpPr>
          <p:nvPr>
            <p:ph type="title"/>
          </p:nvPr>
        </p:nvSpPr>
        <p:spPr/>
        <p:txBody>
          <a:bodyPr/>
          <a:lstStyle/>
          <a:p>
            <a:r>
              <a:rPr lang="pl-PL" dirty="0"/>
              <a:t>Kryzys Cesarstwa Rzymskiego</a:t>
            </a:r>
          </a:p>
        </p:txBody>
      </p:sp>
      <p:sp>
        <p:nvSpPr>
          <p:cNvPr id="3" name="Symbol zastępczy zawartości 2">
            <a:extLst>
              <a:ext uri="{FF2B5EF4-FFF2-40B4-BE49-F238E27FC236}">
                <a16:creationId xmlns:a16="http://schemas.microsoft.com/office/drawing/2014/main" id="{7A357576-9951-7894-CEE9-06E397AFFB66}"/>
              </a:ext>
            </a:extLst>
          </p:cNvPr>
          <p:cNvSpPr>
            <a:spLocks noGrp="1"/>
          </p:cNvSpPr>
          <p:nvPr>
            <p:ph idx="1"/>
          </p:nvPr>
        </p:nvSpPr>
        <p:spPr>
          <a:xfrm>
            <a:off x="466928" y="1478604"/>
            <a:ext cx="10886872" cy="5145931"/>
          </a:xfrm>
        </p:spPr>
        <p:txBody>
          <a:bodyPr>
            <a:normAutofit/>
          </a:bodyPr>
          <a:lstStyle/>
          <a:p>
            <a:pPr marL="0" indent="0">
              <a:buNone/>
            </a:pPr>
            <a:r>
              <a:rPr lang="pl-PL" dirty="0"/>
              <a:t>Cesarstwo Rzymskie upadło wskutek poważnego kryzysu, jakiego doświadczyło po czasie największej potęgi. Kryzys ten miał trzy główne przyczyny:</a:t>
            </a:r>
          </a:p>
          <a:p>
            <a:r>
              <a:rPr lang="pl-PL" dirty="0"/>
              <a:t>Najazdy barbarzyńców – Rzym był bardzo bogaty, przez co chętnie najeżdżali go zagraniczni najeźdźcy. Wymagało to utrzymywania coraz większej armii, a to dużo kosztowało.</a:t>
            </a:r>
          </a:p>
          <a:p>
            <a:r>
              <a:rPr lang="pl-PL" dirty="0"/>
              <a:t>Kryzys gospodarczy – utrzymywanie wielkiej armii i liczne inwestycje kosztowały tak dużo, że w pewnym momencie pieniędzy zaczęło brakować.</a:t>
            </a:r>
          </a:p>
          <a:p>
            <a:r>
              <a:rPr lang="pl-PL" dirty="0"/>
              <a:t>Rywalizacja o władzę – każdy chciał mieć władzę, przez co ciągle dochodziło do zmian na tronie, a to powodowało duże zamieszanie.</a:t>
            </a:r>
          </a:p>
        </p:txBody>
      </p:sp>
    </p:spTree>
    <p:extLst>
      <p:ext uri="{BB962C8B-B14F-4D97-AF65-F5344CB8AC3E}">
        <p14:creationId xmlns:p14="http://schemas.microsoft.com/office/powerpoint/2010/main" val="29929476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9CA84421-0B75-BEC4-5FE4-9DE9B7C95454}"/>
              </a:ext>
            </a:extLst>
          </p:cNvPr>
          <p:cNvSpPr>
            <a:spLocks noGrp="1"/>
          </p:cNvSpPr>
          <p:nvPr>
            <p:ph type="title"/>
          </p:nvPr>
        </p:nvSpPr>
        <p:spPr/>
        <p:txBody>
          <a:bodyPr/>
          <a:lstStyle/>
          <a:p>
            <a:r>
              <a:rPr lang="pl-PL" dirty="0"/>
              <a:t>Upadek Cesarstwa Rzymskiego</a:t>
            </a:r>
          </a:p>
        </p:txBody>
      </p:sp>
      <p:sp>
        <p:nvSpPr>
          <p:cNvPr id="3" name="Symbol zastępczy zawartości 2">
            <a:extLst>
              <a:ext uri="{FF2B5EF4-FFF2-40B4-BE49-F238E27FC236}">
                <a16:creationId xmlns:a16="http://schemas.microsoft.com/office/drawing/2014/main" id="{8C76F31B-D43A-05A2-7C49-969FB55EF7C7}"/>
              </a:ext>
            </a:extLst>
          </p:cNvPr>
          <p:cNvSpPr>
            <a:spLocks noGrp="1"/>
          </p:cNvSpPr>
          <p:nvPr>
            <p:ph idx="1"/>
          </p:nvPr>
        </p:nvSpPr>
        <p:spPr>
          <a:xfrm>
            <a:off x="466927" y="1546698"/>
            <a:ext cx="5038927" cy="4630265"/>
          </a:xfrm>
        </p:spPr>
        <p:txBody>
          <a:bodyPr>
            <a:normAutofit fontScale="92500" lnSpcReduction="10000"/>
          </a:bodyPr>
          <a:lstStyle/>
          <a:p>
            <a:pPr marL="0" indent="0">
              <a:buNone/>
            </a:pPr>
            <a:r>
              <a:rPr lang="pl-PL" dirty="0"/>
              <a:t>W 395 roku umarł cesarz Teodozjusz Wielki. W swoim testamencie rozkazał on, żeby Cesarstwo Rzymskie podzielono na dwie części: wschodnią, ze stolicą w </a:t>
            </a:r>
            <a:r>
              <a:rPr lang="pl-PL" b="1" dirty="0"/>
              <a:t>Konstantynopolu</a:t>
            </a:r>
            <a:r>
              <a:rPr lang="pl-PL" dirty="0"/>
              <a:t> i zachodnią, ze stolicą w </a:t>
            </a:r>
            <a:r>
              <a:rPr lang="pl-PL" b="1" dirty="0"/>
              <a:t>Rzymie</a:t>
            </a:r>
            <a:r>
              <a:rPr lang="pl-PL" dirty="0"/>
              <a:t>. </a:t>
            </a:r>
          </a:p>
          <a:p>
            <a:pPr marL="0" indent="0">
              <a:buNone/>
            </a:pPr>
            <a:r>
              <a:rPr lang="pl-PL" dirty="0"/>
              <a:t>Cesarstwo </a:t>
            </a:r>
            <a:r>
              <a:rPr lang="pl-PL" dirty="0" err="1"/>
              <a:t>Zachodniorzymskie</a:t>
            </a:r>
            <a:r>
              <a:rPr lang="pl-PL" dirty="0"/>
              <a:t> nie przetrwało długo – w 476 roku upadło. Cesarstwo </a:t>
            </a:r>
            <a:r>
              <a:rPr lang="pl-PL" dirty="0" err="1"/>
              <a:t>Wschodniorzymskie</a:t>
            </a:r>
            <a:r>
              <a:rPr lang="pl-PL" dirty="0"/>
              <a:t> istniało jeszcze ponad 1000 lat, aż do 1453!</a:t>
            </a:r>
          </a:p>
        </p:txBody>
      </p:sp>
      <p:pic>
        <p:nvPicPr>
          <p:cNvPr id="4" name="Obraz 3" descr="Kryzys i upadek cesarstwa rzymskiego - zpe.gov.pl">
            <a:extLst>
              <a:ext uri="{FF2B5EF4-FFF2-40B4-BE49-F238E27FC236}">
                <a16:creationId xmlns:a16="http://schemas.microsoft.com/office/drawing/2014/main" id="{EA7EE20D-AA09-EDC9-3E65-D5AEC444D0BE}"/>
              </a:ext>
            </a:extLst>
          </p:cNvPr>
          <p:cNvPicPr>
            <a:picLocks noChangeAspect="1"/>
          </p:cNvPicPr>
          <p:nvPr/>
        </p:nvPicPr>
        <p:blipFill>
          <a:blip r:embed="rId2"/>
          <a:srcRect l="3246" t="7141" r="9223"/>
          <a:stretch>
            <a:fillRect/>
          </a:stretch>
        </p:blipFill>
        <p:spPr>
          <a:xfrm>
            <a:off x="5616101" y="1400783"/>
            <a:ext cx="6108971" cy="4776180"/>
          </a:xfrm>
          <a:prstGeom prst="rect">
            <a:avLst/>
          </a:prstGeom>
        </p:spPr>
      </p:pic>
    </p:spTree>
    <p:extLst>
      <p:ext uri="{BB962C8B-B14F-4D97-AF65-F5344CB8AC3E}">
        <p14:creationId xmlns:p14="http://schemas.microsoft.com/office/powerpoint/2010/main" val="26956374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EC4E586-BCFB-F05E-4653-1AC47E1D260D}"/>
              </a:ext>
            </a:extLst>
          </p:cNvPr>
          <p:cNvSpPr>
            <a:spLocks noGrp="1"/>
          </p:cNvSpPr>
          <p:nvPr>
            <p:ph type="title"/>
          </p:nvPr>
        </p:nvSpPr>
        <p:spPr/>
        <p:txBody>
          <a:bodyPr/>
          <a:lstStyle/>
          <a:p>
            <a:r>
              <a:rPr lang="pl-PL" dirty="0"/>
              <a:t>Co zapamiętać?</a:t>
            </a:r>
          </a:p>
        </p:txBody>
      </p:sp>
      <p:sp>
        <p:nvSpPr>
          <p:cNvPr id="3" name="Symbol zastępczy zawartości 2">
            <a:extLst>
              <a:ext uri="{FF2B5EF4-FFF2-40B4-BE49-F238E27FC236}">
                <a16:creationId xmlns:a16="http://schemas.microsoft.com/office/drawing/2014/main" id="{BAB779A6-CE36-D27F-E369-44730A49AD89}"/>
              </a:ext>
            </a:extLst>
          </p:cNvPr>
          <p:cNvSpPr>
            <a:spLocks noGrp="1"/>
          </p:cNvSpPr>
          <p:nvPr>
            <p:ph idx="1"/>
          </p:nvPr>
        </p:nvSpPr>
        <p:spPr/>
        <p:txBody>
          <a:bodyPr/>
          <a:lstStyle/>
          <a:p>
            <a:r>
              <a:rPr lang="pl-PL" dirty="0"/>
              <a:t>Rzym był potężną cywilizacją, która miała trzy ustroje: na początku był królestwem, potem republiką, potem cesarstwem.</a:t>
            </a:r>
          </a:p>
          <a:p>
            <a:r>
              <a:rPr lang="pl-PL" dirty="0"/>
              <a:t>Królestwo Rzymu zostało zastąpione przez Republikę po wygnaniu ostatniego króla.</a:t>
            </a:r>
          </a:p>
          <a:p>
            <a:r>
              <a:rPr lang="pl-PL" dirty="0"/>
              <a:t>Republika Rzymu została zastąpiona przez Cesarstwo Rzymskie po śmierci Juliusza Cezara w 44 roku p.n.e.</a:t>
            </a:r>
          </a:p>
          <a:p>
            <a:r>
              <a:rPr lang="pl-PL" dirty="0"/>
              <a:t>Cesarstwo  w 395 roku zostało podzielone na dwie części: wschodnią, ze stolicą w Konstantynopolu i zachodnią, ze stolicą </a:t>
            </a:r>
            <a:r>
              <a:rPr lang="pl-PL"/>
              <a:t>w Rzymie. </a:t>
            </a:r>
            <a:endParaRPr lang="pl-PL" dirty="0"/>
          </a:p>
        </p:txBody>
      </p:sp>
    </p:spTree>
    <p:extLst>
      <p:ext uri="{BB962C8B-B14F-4D97-AF65-F5344CB8AC3E}">
        <p14:creationId xmlns:p14="http://schemas.microsoft.com/office/powerpoint/2010/main" val="3022346743"/>
      </p:ext>
    </p:extLst>
  </p:cSld>
  <p:clrMapOvr>
    <a:masterClrMapping/>
  </p:clrMapOvr>
</p:sld>
</file>

<file path=ppt/theme/theme1.xml><?xml version="1.0" encoding="utf-8"?>
<a:theme xmlns:a="http://schemas.openxmlformats.org/drawingml/2006/main" name="Motyw pakietu Office">
  <a:themeElements>
    <a:clrScheme name="Pakiet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Pakiet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Pakiet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Motyw pakietu Office">
  <a:themeElements>
    <a:clrScheme name="Pakiet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Pakiet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Pakiet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54</TotalTime>
  <Words>684</Words>
  <Application>Microsoft Office PowerPoint</Application>
  <PresentationFormat>Panoramiczny</PresentationFormat>
  <Paragraphs>32</Paragraphs>
  <Slides>11</Slides>
  <Notes>1</Notes>
  <HiddenSlides>0</HiddenSlides>
  <MMClips>0</MMClips>
  <ScaleCrop>false</ScaleCrop>
  <HeadingPairs>
    <vt:vector size="6" baseType="variant">
      <vt:variant>
        <vt:lpstr>Używane czcionki</vt:lpstr>
      </vt:variant>
      <vt:variant>
        <vt:i4>3</vt:i4>
      </vt:variant>
      <vt:variant>
        <vt:lpstr>Motyw</vt:lpstr>
      </vt:variant>
      <vt:variant>
        <vt:i4>1</vt:i4>
      </vt:variant>
      <vt:variant>
        <vt:lpstr>Tytuły slajdów</vt:lpstr>
      </vt:variant>
      <vt:variant>
        <vt:i4>11</vt:i4>
      </vt:variant>
    </vt:vector>
  </HeadingPairs>
  <TitlesOfParts>
    <vt:vector size="15" baseType="lpstr">
      <vt:lpstr>Aptos</vt:lpstr>
      <vt:lpstr>Aptos Display</vt:lpstr>
      <vt:lpstr>Arial</vt:lpstr>
      <vt:lpstr>Motyw pakietu Office</vt:lpstr>
      <vt:lpstr>Starożytny Rzym</vt:lpstr>
      <vt:lpstr>Początki</vt:lpstr>
      <vt:lpstr>Legenda o założeniu Rzymu</vt:lpstr>
      <vt:lpstr>Królestwo Rzymu</vt:lpstr>
      <vt:lpstr>Republika Rzymu</vt:lpstr>
      <vt:lpstr>Upadek Republiki</vt:lpstr>
      <vt:lpstr>Początki Cesarstwa</vt:lpstr>
      <vt:lpstr>Wielkie Cesarstwo</vt:lpstr>
      <vt:lpstr>Kryzys Cesarstwa Rzymskiego</vt:lpstr>
      <vt:lpstr>Upadek Cesarstwa Rzymskiego</vt:lpstr>
      <vt:lpstr>Co zapamiętać?</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Adam Szczepkowicz</dc:creator>
  <cp:lastModifiedBy>Adam Szczepkowicz</cp:lastModifiedBy>
  <cp:revision>1</cp:revision>
  <dcterms:created xsi:type="dcterms:W3CDTF">2026-09-26T14:44:35Z</dcterms:created>
  <dcterms:modified xsi:type="dcterms:W3CDTF">2026-09-26T15:39:01Z</dcterms:modified>
</cp:coreProperties>
</file>